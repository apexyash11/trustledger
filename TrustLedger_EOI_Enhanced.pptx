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147480385" r:id="rId2"/>
    <p:sldId id="2147480386" r:id="rId3"/>
    <p:sldId id="2147480387" r:id="rId4"/>
    <p:sldId id="50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215" autoAdjust="0"/>
    <p:restoredTop sz="94637"/>
  </p:normalViewPr>
  <p:slideViewPr>
    <p:cSldViewPr snapToGrid="0">
      <p:cViewPr>
        <p:scale>
          <a:sx n="130" d="100"/>
          <a:sy n="130" d="100"/>
        </p:scale>
        <p:origin x="896" y="15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11:24:31.926"/>
    </inkml:context>
    <inkml:brush xml:id="br0">
      <inkml:brushProperty name="width" value="0.1" units="cm"/>
      <inkml:brushProperty name="height" value="0.1" units="cm"/>
    </inkml:brush>
  </inkml:definitions>
  <inkml:trace contextRef="#ctx0" brushRef="#br0">11248 17104 256 0 0,'0'0'1414'0'0,"-2"0"4240"0"0,1-1-4883 0 0,0 0-643 0 0,1 0-513 0 0,2-1-1 0 0,-1 0 1 0 0,2 0-1671 0 0,0 0-129 0 0,2 0-641 0 0,1-1 2826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11:24:31.927"/>
    </inkml:context>
    <inkml:brush xml:id="br0">
      <inkml:brushProperty name="width" value="0.1" units="cm"/>
      <inkml:brushProperty name="height" value="0.1" units="cm"/>
    </inkml:brush>
  </inkml:definitions>
  <inkml:trace contextRef="#ctx0" brushRef="#br0">9453 16701 642 0 0,'1'0'514'0'0,"0"0"128"0"0,-1 1 1029 0 0,2-1-1414 0 0,-1 1 128 0 0,2 1-128 0 0,-1 0-257 0 0,0 0 0 0 0,0 0 0 0 0,0 0 0 0 0,-1 0-128 0 0,0 0-129 0 0,-1 0 0 0 0,0 0-386 0 0,-1 1-2440 0 0,-1 0 3083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11:24:31.928"/>
    </inkml:context>
    <inkml:brush xml:id="br0">
      <inkml:brushProperty name="width" value="0.1" units="cm"/>
      <inkml:brushProperty name="height" value="0.1" units="cm"/>
    </inkml:brush>
  </inkml:definitions>
  <inkml:trace contextRef="#ctx0" brushRef="#br0">9946 16195 513 0 0,'0'0'1799'0'0,"-2"0"386"0"0,0 0-900 0 0,0 0-900 0 0,-1 0 1 0 0,2 1 513 0 0,1-1-770 0 0,1 0-129 0 0,1-1-514 0 0,-1 0 128 0 0,0 0-128 0 0,0-1-642 0 0,0 1 1156 0 0</inkml:trace>
</inkml:ink>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F6310E-6C42-4E39-AF34-BAFDB28E96F0}" type="datetimeFigureOut">
              <a:rPr lang="en-US" smtClean="0"/>
              <a:t>7/6/26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A1A0D5-0374-4A35-80D2-011F6E8F3843}" type="slidenum">
              <a:rPr lang="en-US" smtClean="0"/>
              <a:t>‹#›</a:t>
            </a:fld>
            <a:endParaRPr lang="en-US"/>
          </a:p>
        </p:txBody>
      </p:sp>
    </p:spTree>
    <p:extLst>
      <p:ext uri="{BB962C8B-B14F-4D97-AF65-F5344CB8AC3E}">
        <p14:creationId xmlns:p14="http://schemas.microsoft.com/office/powerpoint/2010/main" val="1140281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1A0D5-0374-4A35-80D2-011F6E8F3843}" type="slidenum">
              <a:rPr lang="en-US" smtClean="0"/>
              <a:t>4</a:t>
            </a:fld>
            <a:endParaRPr lang="en-US"/>
          </a:p>
        </p:txBody>
      </p:sp>
    </p:spTree>
    <p:extLst>
      <p:ext uri="{BB962C8B-B14F-4D97-AF65-F5344CB8AC3E}">
        <p14:creationId xmlns:p14="http://schemas.microsoft.com/office/powerpoint/2010/main" val="656102390"/>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2.emf"/></Relationships>
</file>

<file path=ppt/slideLayouts/_rels/slideLayout5.xml.rels><?xml version="1.0" encoding="UTF-8"?><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2.emf"/></Relationships>
</file>

<file path=ppt/slideLayouts/_rels/slideLayout12.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2.emf"/></Relationships>
</file>

<file path=ppt/slideLayouts/_rels/slideLayout13.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emf"/></Relationships>
</file>

<file path=ppt/slideLayouts/_rels/slideLayout14.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_rels/slideLayout15.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emf"/></Relationships>
</file>

<file path=ppt/slideLayouts/_rels/slideLayout16.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emf"/></Relationships>
</file>

<file path=ppt/slideLayouts/_rels/slideLayout17.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emf"/></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emf"/></Relationships>
</file>

<file path=ppt/slideLayouts/_rels/slideLayout23.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24.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emf"/></Relationships>
</file>

<file path=ppt/slideLayouts/_rels/slideLayout25.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emf"/></Relationships>
</file>

<file path=ppt/slideLayouts/_rels/slideLayout26.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emf"/></Relationships>
</file>

<file path=ppt/slideLayouts/_rels/slideLayout27.xml.rels><?xml version="1.0" encoding="UTF-8"?><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emf"/></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50000"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256716760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49999" y="6365848"/>
            <a:ext cx="4464000" cy="180000"/>
          </a:xfrm>
          <a:prstGeom prst="rect">
            <a:avLst/>
          </a:prstGeom>
        </p:spPr>
        <p:txBody>
          <a:bodyPr anchor="ctr">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50000" y="5186209"/>
            <a:ext cx="4446269" cy="895983"/>
          </a:xfrm>
          <a:prstGeom prst="rect">
            <a:avLst/>
          </a:prstGeom>
        </p:spPr>
        <p:txBody>
          <a:bodyPr anchor="b" anchorCtr="0">
            <a:noAutofit/>
          </a:bodyPr>
          <a:lstStyle>
            <a:lvl1pPr algn="l">
              <a:lnSpc>
                <a:spcPts val="3200"/>
              </a:lnSpc>
              <a:defRPr sz="3200" b="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26467" y="688848"/>
            <a:ext cx="5544000" cy="5544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6483942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28" name="Text Placeholder 4">
            <a:extLst>
              <a:ext uri="{FF2B5EF4-FFF2-40B4-BE49-F238E27FC236}">
                <a16:creationId xmlns:a16="http://schemas.microsoft.com/office/drawing/2014/main" id="{7843742C-26CB-411F-8564-50309241988E}"/>
              </a:ext>
            </a:extLst>
          </p:cNvPr>
          <p:cNvSpPr>
            <a:spLocks noGrp="1"/>
          </p:cNvSpPr>
          <p:nvPr>
            <p:ph type="body" sz="quarter" idx="10"/>
          </p:nvPr>
        </p:nvSpPr>
        <p:spPr>
          <a:xfrm>
            <a:off x="449999" y="6373749"/>
            <a:ext cx="4464000" cy="180000"/>
          </a:xfrm>
          <a:prstGeom prst="rect">
            <a:avLst/>
          </a:prstGeom>
        </p:spPr>
        <p:txBody>
          <a:bodyPr anchor="ctr">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
        <p:nvSpPr>
          <p:cNvPr id="29" name="Title 1">
            <a:extLst>
              <a:ext uri="{FF2B5EF4-FFF2-40B4-BE49-F238E27FC236}">
                <a16:creationId xmlns:a16="http://schemas.microsoft.com/office/drawing/2014/main" id="{A7C729B7-24CD-4887-BCB2-9B9E69736AAE}"/>
              </a:ext>
            </a:extLst>
          </p:cNvPr>
          <p:cNvSpPr>
            <a:spLocks noGrp="1"/>
          </p:cNvSpPr>
          <p:nvPr>
            <p:ph type="ctrTitle"/>
          </p:nvPr>
        </p:nvSpPr>
        <p:spPr bwMode="gray">
          <a:xfrm>
            <a:off x="450000" y="5186209"/>
            <a:ext cx="4446269" cy="895983"/>
          </a:xfrm>
          <a:prstGeom prst="rect">
            <a:avLst/>
          </a:prstGeom>
        </p:spPr>
        <p:txBody>
          <a:bodyPr anchor="b" anchorCtr="0">
            <a:noAutofit/>
          </a:bodyPr>
          <a:lstStyle>
            <a:lvl1pPr algn="l">
              <a:lnSpc>
                <a:spcPts val="3200"/>
              </a:lnSpc>
              <a:defRPr sz="3200" b="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grpSp>
        <p:nvGrpSpPr>
          <p:cNvPr id="50" name="Group 49">
            <a:extLst>
              <a:ext uri="{FF2B5EF4-FFF2-40B4-BE49-F238E27FC236}">
                <a16:creationId xmlns:a16="http://schemas.microsoft.com/office/drawing/2014/main" id="{88F05BB3-C018-BA5C-F9C7-3C16D084D097}"/>
              </a:ext>
            </a:extLst>
          </p:cNvPr>
          <p:cNvGrpSpPr/>
          <p:nvPr userDrawn="1"/>
        </p:nvGrpSpPr>
        <p:grpSpPr>
          <a:xfrm>
            <a:off x="450000" y="341312"/>
            <a:ext cx="1819656" cy="347472"/>
            <a:chOff x="398463" y="404813"/>
            <a:chExt cx="1627187" cy="307976"/>
          </a:xfrm>
          <a:solidFill>
            <a:schemeClr val="bg1"/>
          </a:solidFill>
        </p:grpSpPr>
        <p:sp>
          <p:nvSpPr>
            <p:cNvPr id="51" name="Oval 5">
              <a:extLst>
                <a:ext uri="{FF2B5EF4-FFF2-40B4-BE49-F238E27FC236}">
                  <a16:creationId xmlns:a16="http://schemas.microsoft.com/office/drawing/2014/main" id="{D110F402-178F-F5E7-2721-4CC50CCE4C7A}"/>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52" name="Freeform 6">
              <a:extLst>
                <a:ext uri="{FF2B5EF4-FFF2-40B4-BE49-F238E27FC236}">
                  <a16:creationId xmlns:a16="http://schemas.microsoft.com/office/drawing/2014/main" id="{E8381278-8B8F-4A2B-0553-8BB7D769D22B}"/>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53" name="Rectangle 7">
              <a:extLst>
                <a:ext uri="{FF2B5EF4-FFF2-40B4-BE49-F238E27FC236}">
                  <a16:creationId xmlns:a16="http://schemas.microsoft.com/office/drawing/2014/main" id="{CD01A11A-57C5-2282-1BDA-D5DD716DBD2D}"/>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54" name="Freeform 8">
              <a:extLst>
                <a:ext uri="{FF2B5EF4-FFF2-40B4-BE49-F238E27FC236}">
                  <a16:creationId xmlns:a16="http://schemas.microsoft.com/office/drawing/2014/main" id="{A5BD5D19-C24F-53D3-E071-4F586C08D1EC}"/>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55" name="Rectangle 9">
              <a:extLst>
                <a:ext uri="{FF2B5EF4-FFF2-40B4-BE49-F238E27FC236}">
                  <a16:creationId xmlns:a16="http://schemas.microsoft.com/office/drawing/2014/main" id="{A949C8BC-6E1F-9AF9-8DE7-DB1E34E46F24}"/>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56" name="Rectangle 10">
              <a:extLst>
                <a:ext uri="{FF2B5EF4-FFF2-40B4-BE49-F238E27FC236}">
                  <a16:creationId xmlns:a16="http://schemas.microsoft.com/office/drawing/2014/main" id="{B0417915-C9CE-A886-35D7-ACAFF12760B1}"/>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57" name="Freeform 11">
              <a:extLst>
                <a:ext uri="{FF2B5EF4-FFF2-40B4-BE49-F238E27FC236}">
                  <a16:creationId xmlns:a16="http://schemas.microsoft.com/office/drawing/2014/main" id="{BB6AE7AA-ACF3-FE3A-C102-841EA4F1ECAE}"/>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58" name="Freeform 12">
              <a:extLst>
                <a:ext uri="{FF2B5EF4-FFF2-40B4-BE49-F238E27FC236}">
                  <a16:creationId xmlns:a16="http://schemas.microsoft.com/office/drawing/2014/main" id="{AFCF6CF9-6881-6BD5-E554-8E21D1958C78}"/>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59" name="Freeform 13">
              <a:extLst>
                <a:ext uri="{FF2B5EF4-FFF2-40B4-BE49-F238E27FC236}">
                  <a16:creationId xmlns:a16="http://schemas.microsoft.com/office/drawing/2014/main" id="{B253E829-FC95-FA23-2AB6-F08082740166}"/>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60" name="Freeform 14">
              <a:extLst>
                <a:ext uri="{FF2B5EF4-FFF2-40B4-BE49-F238E27FC236}">
                  <a16:creationId xmlns:a16="http://schemas.microsoft.com/office/drawing/2014/main" id="{7F37B3CB-E9EF-9AB4-1364-949E60A5E388}"/>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grpSp>
    </p:spTree>
    <p:extLst>
      <p:ext uri="{BB962C8B-B14F-4D97-AF65-F5344CB8AC3E}">
        <p14:creationId xmlns:p14="http://schemas.microsoft.com/office/powerpoint/2010/main" val="638772471"/>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userDrawn="1">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bwMode="gray">
          <a:xfrm>
            <a:off x="450000" y="1728217"/>
            <a:ext cx="11304000" cy="1592403"/>
          </a:xfrm>
          <a:prstGeom prst="rect">
            <a:avLst/>
          </a:prstGeom>
        </p:spPr>
        <p:txBody>
          <a:bodyPr vert="horz" anchor="b"/>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tx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4" name="CaseCode">
            <a:extLst>
              <a:ext uri="{FF2B5EF4-FFF2-40B4-BE49-F238E27FC236}">
                <a16:creationId xmlns:a16="http://schemas.microsoft.com/office/drawing/2014/main" id="{1BDC0FDC-0D9A-61CF-95C8-4BC8540608B8}"/>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Calibri" panose="020F0502020204030204" pitchFamily="34" charset="0"/>
                <a:cs typeface="Calibri" panose="020F0502020204030204" pitchFamily="34" charset="0"/>
              </a:rPr>
              <a:t>Presentation title</a:t>
            </a:r>
            <a:br>
              <a:rPr lang="en-US" sz="800" noProof="0" dirty="0">
                <a:solidFill>
                  <a:schemeClr val="tx1"/>
                </a:solidFill>
                <a:latin typeface="Calibri" panose="020F0502020204030204" pitchFamily="34" charset="0"/>
                <a:cs typeface="Calibri" panose="020F0502020204030204" pitchFamily="34" charset="0"/>
              </a:rPr>
            </a:br>
            <a:r>
              <a:rPr lang="en-US" sz="800" noProof="0" dirty="0">
                <a:solidFill>
                  <a:schemeClr val="tx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62398D06-C488-9DDB-E248-1C4BC1724227}"/>
              </a:ext>
            </a:extLst>
          </p:cNvPr>
          <p:cNvSpPr txBox="1"/>
          <p:nvPr userDrawn="1"/>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Calibri" panose="020F0502020204030204" pitchFamily="34" charset="0"/>
                <a:cs typeface="Calibri" panose="020F0502020204030204" pitchFamily="34" charset="0"/>
              </a:rPr>
              <a:t>Member firms and DTTL: Insert appropriate copyright</a:t>
            </a:r>
            <a:br>
              <a:rPr lang="en-US" sz="800" noProof="0" dirty="0">
                <a:solidFill>
                  <a:schemeClr val="tx1"/>
                </a:solidFill>
                <a:latin typeface="Calibri" panose="020F0502020204030204" pitchFamily="34" charset="0"/>
                <a:cs typeface="Calibri" panose="020F0502020204030204" pitchFamily="34" charset="0"/>
              </a:rPr>
            </a:br>
            <a:r>
              <a:rPr lang="en-US" sz="800" noProof="0" dirty="0">
                <a:solidFill>
                  <a:schemeClr val="tx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ACCA4DFC-A5BD-1CA7-953A-4298BCF3311A}"/>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89370"/>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Accessible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userDrawn="1">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bwMode="gray">
          <a:xfrm>
            <a:off x="450000" y="1728217"/>
            <a:ext cx="11304000" cy="1592403"/>
          </a:xfrm>
          <a:prstGeom prst="rect">
            <a:avLst/>
          </a:prstGeom>
        </p:spPr>
        <p:txBody>
          <a:bodyPr vert="horz"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4" name="CaseCode">
            <a:extLst>
              <a:ext uri="{FF2B5EF4-FFF2-40B4-BE49-F238E27FC236}">
                <a16:creationId xmlns:a16="http://schemas.microsoft.com/office/drawing/2014/main" id="{1BDC0FDC-0D9A-61CF-95C8-4BC8540608B8}"/>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Presentation title</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62398D06-C488-9DDB-E248-1C4BC1724227}"/>
              </a:ext>
            </a:extLst>
          </p:cNvPr>
          <p:cNvSpPr txBox="1"/>
          <p:nvPr userDrawn="1"/>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ACCA4DFC-A5BD-1CA7-953A-4298BCF3311A}"/>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20170996"/>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50000" y="1728217"/>
            <a:ext cx="113040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4" name="CaseCode">
            <a:extLst>
              <a:ext uri="{FF2B5EF4-FFF2-40B4-BE49-F238E27FC236}">
                <a16:creationId xmlns:a16="http://schemas.microsoft.com/office/drawing/2014/main" id="{0B944744-9AF8-6F57-762F-A053E0C75A9F}"/>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Presentation title</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18261861-238E-430B-0948-A0CBE15D5638}"/>
              </a:ext>
            </a:extLst>
          </p:cNvPr>
          <p:cNvSpPr txBox="1"/>
          <p:nvPr userDrawn="1"/>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37D898DC-2E31-6A58-EC79-6DD0ED09A0D8}"/>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332905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Accessible Blue">
    <p:bg bwMode="gray">
      <p:bgPr>
        <a:solidFill>
          <a:schemeClr val="accent6"/>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50000" y="1728217"/>
            <a:ext cx="113040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2" name="CaseCode">
            <a:extLst>
              <a:ext uri="{FF2B5EF4-FFF2-40B4-BE49-F238E27FC236}">
                <a16:creationId xmlns:a16="http://schemas.microsoft.com/office/drawing/2014/main" id="{93E04509-01E9-4BE4-AE15-9290E9B2F0D8}"/>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Presentation title</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3" name="Copyright">
            <a:extLst>
              <a:ext uri="{FF2B5EF4-FFF2-40B4-BE49-F238E27FC236}">
                <a16:creationId xmlns:a16="http://schemas.microsoft.com/office/drawing/2014/main" id="{38C37415-08C8-FC74-7EF5-541DF408E704}"/>
              </a:ext>
            </a:extLst>
          </p:cNvPr>
          <p:cNvSpPr txBox="1"/>
          <p:nvPr userDrawn="1"/>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4" name="TextBox 3">
            <a:extLst>
              <a:ext uri="{FF2B5EF4-FFF2-40B4-BE49-F238E27FC236}">
                <a16:creationId xmlns:a16="http://schemas.microsoft.com/office/drawing/2014/main" id="{6656F94D-2DC7-60DE-BF1B-B69859E827D9}"/>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46162449"/>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userDrawn="1">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bwMode="gray">
          <a:xfrm>
            <a:off x="450000" y="1728217"/>
            <a:ext cx="11304000" cy="1592403"/>
          </a:xfrm>
          <a:prstGeom prst="rect">
            <a:avLst/>
          </a:prstGeom>
        </p:spPr>
        <p:txBody>
          <a:bodyPr vert="horz"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4" name="CaseCode">
            <a:extLst>
              <a:ext uri="{FF2B5EF4-FFF2-40B4-BE49-F238E27FC236}">
                <a16:creationId xmlns:a16="http://schemas.microsoft.com/office/drawing/2014/main" id="{1BDC0FDC-0D9A-61CF-95C8-4BC8540608B8}"/>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Presentation title</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62398D06-C488-9DDB-E248-1C4BC1724227}"/>
              </a:ext>
            </a:extLst>
          </p:cNvPr>
          <p:cNvSpPr txBox="1"/>
          <p:nvPr userDrawn="1"/>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ACCA4DFC-A5BD-1CA7-953A-4298BCF3311A}"/>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75478809"/>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with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dirty="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p:nvPr>
        </p:nvSpPr>
        <p:spPr>
          <a:xfrm>
            <a:off x="450000" y="366547"/>
            <a:ext cx="5465380" cy="484791"/>
          </a:xfrm>
        </p:spPr>
        <p:txBody>
          <a:bodyPr>
            <a:noAutofit/>
          </a:bodyPr>
          <a:lstStyle>
            <a:lvl1pPr>
              <a:defRPr sz="3200" b="1">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p:nvPr>
        </p:nvSpPr>
        <p:spPr>
          <a:xfrm>
            <a:off x="450000" y="851339"/>
            <a:ext cx="5465380" cy="863162"/>
          </a:xfrm>
        </p:spPr>
        <p:txBody>
          <a:bodyPr>
            <a:noAutofit/>
          </a:bodyPr>
          <a:lstStyle>
            <a:lvl1pPr>
              <a:defRPr sz="3200" b="0">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Tree>
    <p:extLst>
      <p:ext uri="{BB962C8B-B14F-4D97-AF65-F5344CB8AC3E}">
        <p14:creationId xmlns:p14="http://schemas.microsoft.com/office/powerpoint/2010/main" val="391271621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defRPr sz="2100">
                <a:latin typeface="+mj-lt"/>
              </a:defRPr>
            </a:lvl1pPr>
          </a:lstStyle>
          <a:p>
            <a:r>
              <a:rPr lang="en-US" dirty="0"/>
              <a:t>Click to add title</a:t>
            </a:r>
          </a:p>
        </p:txBody>
      </p:sp>
      <p:pic>
        <p:nvPicPr>
          <p:cNvPr id="2" name="Picture 1">
            <a:extLst>
              <a:ext uri="{FF2B5EF4-FFF2-40B4-BE49-F238E27FC236}">
                <a16:creationId xmlns:a16="http://schemas.microsoft.com/office/drawing/2014/main" id="{9C3B91C9-23AB-F291-75CA-40D221BE289F}"/>
              </a:ext>
            </a:extLst>
          </p:cNvPr>
          <p:cNvPicPr>
            <a:picLocks noChangeAspect="1"/>
          </p:cNvPicPr>
          <p:nvPr userDrawn="1"/>
        </p:nvPicPr>
        <p:blipFill rotWithShape="1">
          <a:blip r:embed="rId2"/>
          <a:srcRect t="58239" r="29841"/>
          <a:stretch/>
        </p:blipFill>
        <p:spPr>
          <a:xfrm>
            <a:off x="6846269" y="0"/>
            <a:ext cx="5345731" cy="2863974"/>
          </a:xfrm>
          <a:prstGeom prst="rect">
            <a:avLst/>
          </a:prstGeom>
        </p:spPr>
      </p:pic>
    </p:spTree>
    <p:extLst>
      <p:ext uri="{BB962C8B-B14F-4D97-AF65-F5344CB8AC3E}">
        <p14:creationId xmlns:p14="http://schemas.microsoft.com/office/powerpoint/2010/main" val="17402310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userDrawn="1">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dirty="0"/>
              <a:t>Click to add title</a:t>
            </a:r>
          </a:p>
        </p:txBody>
      </p:sp>
    </p:spTree>
    <p:extLst>
      <p:ext uri="{BB962C8B-B14F-4D97-AF65-F5344CB8AC3E}">
        <p14:creationId xmlns:p14="http://schemas.microsoft.com/office/powerpoint/2010/main" val="390129510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userDrawn="1">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dirty="0"/>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p:nvPr>
        </p:nvSpPr>
        <p:spPr>
          <a:xfrm>
            <a:off x="450000" y="1714499"/>
            <a:ext cx="11304000" cy="4644000"/>
          </a:xfrm>
          <a:prstGeom prst="rect">
            <a:avLst/>
          </a:prstGeom>
        </p:spPr>
        <p:txBody>
          <a:bodyPr vert="horz" lIns="0" tIns="0" rIns="0" bIns="0" rtlCol="0">
            <a:noAutofit/>
          </a:bodyPr>
          <a:lstStyle>
            <a:lvl1pPr>
              <a:spcBef>
                <a:spcPts val="200"/>
              </a:spcBef>
              <a:spcAft>
                <a:spcPts val="200"/>
              </a:spcAft>
              <a:defRPr/>
            </a:lvl1pPr>
            <a:lvl2pPr>
              <a:spcBef>
                <a:spcPts val="200"/>
              </a:spcBef>
              <a:spcAft>
                <a:spcPts val="200"/>
              </a:spcAft>
              <a:defRPr/>
            </a:lvl2pPr>
            <a:lvl3pPr>
              <a:spcBef>
                <a:spcPts val="200"/>
              </a:spcBef>
              <a:spcAft>
                <a:spcPts val="200"/>
              </a:spcAft>
              <a:defRPr/>
            </a:lvl3pPr>
            <a:lvl4pPr>
              <a:spcBef>
                <a:spcPts val="200"/>
              </a:spcBef>
              <a:spcAft>
                <a:spcPts val="200"/>
              </a:spcAft>
              <a:defRPr/>
            </a:lvl4pPr>
            <a:lvl5pPr>
              <a:spcBef>
                <a:spcPts val="200"/>
              </a:spcBef>
              <a:spcAft>
                <a:spcPts val="200"/>
              </a:spcAf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69433437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userDrawn="1">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a:xfrm>
            <a:off x="450000" y="1712894"/>
            <a:ext cx="5508000" cy="4644000"/>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363" indent="-179388" algn="l">
              <a:spcBef>
                <a:spcPts val="200"/>
              </a:spcBef>
              <a:spcAft>
                <a:spcPts val="200"/>
              </a:spcAft>
              <a:buClrTx/>
              <a:buSzPct val="100000"/>
              <a:buFont typeface="Arial" panose="020B0604020202020204" pitchFamily="34" charset="0"/>
              <a:buChar char="−"/>
              <a:tabLst>
                <a:tab pos="3771900" algn="r"/>
              </a:tabLst>
              <a:defRPr sz="1200"/>
            </a:lvl3pPr>
            <a:lvl4pPr marL="534988" indent="-174625" algn="l">
              <a:spcBef>
                <a:spcPts val="200"/>
              </a:spcBef>
              <a:spcAft>
                <a:spcPts val="200"/>
              </a:spcAft>
              <a:buClrTx/>
              <a:buSzPct val="100000"/>
              <a:buFont typeface="Arial" panose="020B0604020202020204" pitchFamily="34" charset="0"/>
              <a:buChar char="◦"/>
              <a:tabLst>
                <a:tab pos="3771900" algn="r"/>
              </a:tabLst>
              <a:defRPr sz="1200"/>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p:nvPr>
        </p:nvSpPr>
        <p:spPr>
          <a:xfrm>
            <a:off x="6246000" y="1712894"/>
            <a:ext cx="5508000" cy="4644000"/>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363" indent="-179388" algn="l">
              <a:spcBef>
                <a:spcPts val="200"/>
              </a:spcBef>
              <a:spcAft>
                <a:spcPts val="200"/>
              </a:spcAft>
              <a:buClrTx/>
              <a:buSzPct val="100000"/>
              <a:buFont typeface="Arial" panose="020B0604020202020204" pitchFamily="34" charset="0"/>
              <a:buChar char="−"/>
              <a:tabLst>
                <a:tab pos="3771900" algn="r"/>
              </a:tabLst>
              <a:defRPr sz="1200"/>
            </a:lvl3pPr>
            <a:lvl4pPr marL="534988" indent="-174625" algn="l">
              <a:spcBef>
                <a:spcPts val="200"/>
              </a:spcBef>
              <a:spcAft>
                <a:spcPts val="200"/>
              </a:spcAft>
              <a:buClrTx/>
              <a:buSzPct val="100000"/>
              <a:buFont typeface="Arial" panose="020B0604020202020204" pitchFamily="34" charset="0"/>
              <a:buChar char="◦"/>
              <a:tabLst>
                <a:tab pos="3771900" algn="r"/>
              </a:tabLst>
              <a:defRPr sz="1200"/>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dirty="0"/>
              <a:t>Click to add title</a:t>
            </a:r>
          </a:p>
        </p:txBody>
      </p:sp>
    </p:spTree>
    <p:extLst>
      <p:ext uri="{BB962C8B-B14F-4D97-AF65-F5344CB8AC3E}">
        <p14:creationId xmlns:p14="http://schemas.microsoft.com/office/powerpoint/2010/main" val="4150400274"/>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userDrawn="1">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p:nvPr>
        </p:nvSpPr>
        <p:spPr>
          <a:xfrm>
            <a:off x="450000"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363" indent="-179388" algn="l">
              <a:spcBef>
                <a:spcPts val="200"/>
              </a:spcBef>
              <a:spcAft>
                <a:spcPts val="200"/>
              </a:spcAft>
              <a:buClrTx/>
              <a:buSzPct val="100000"/>
              <a:buFont typeface="Arial" panose="020B0604020202020204" pitchFamily="34" charset="0"/>
              <a:buChar char="−"/>
              <a:tabLst>
                <a:tab pos="3771900" algn="r"/>
              </a:tabLst>
              <a:defRPr sz="1200"/>
            </a:lvl3pPr>
            <a:lvl4pPr marL="534988" indent="-174625" algn="l">
              <a:spcBef>
                <a:spcPts val="200"/>
              </a:spcBef>
              <a:spcAft>
                <a:spcPts val="200"/>
              </a:spcAft>
              <a:buClrTx/>
              <a:buSzPct val="100000"/>
              <a:buFont typeface="Arial" panose="020B0604020202020204" pitchFamily="34" charset="0"/>
              <a:buChar char="◦"/>
              <a:tabLst>
                <a:tab pos="3771900" algn="r"/>
              </a:tabLst>
              <a:defRPr sz="1200"/>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dirty="0"/>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p:nvPr>
        </p:nvSpPr>
        <p:spPr>
          <a:xfrm>
            <a:off x="4327048"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363" indent="-179388" algn="l">
              <a:spcBef>
                <a:spcPts val="200"/>
              </a:spcBef>
              <a:spcAft>
                <a:spcPts val="200"/>
              </a:spcAft>
              <a:buClrTx/>
              <a:buSzPct val="100000"/>
              <a:buFont typeface="Arial" panose="020B0604020202020204" pitchFamily="34" charset="0"/>
              <a:buChar char="−"/>
              <a:tabLst>
                <a:tab pos="3771900" algn="r"/>
              </a:tabLst>
              <a:defRPr sz="1200"/>
            </a:lvl3pPr>
            <a:lvl4pPr marL="534988" indent="-174625" algn="l">
              <a:spcBef>
                <a:spcPts val="200"/>
              </a:spcBef>
              <a:spcAft>
                <a:spcPts val="200"/>
              </a:spcAft>
              <a:buClrTx/>
              <a:buSzPct val="100000"/>
              <a:buFont typeface="Arial" panose="020B0604020202020204" pitchFamily="34" charset="0"/>
              <a:buChar char="◦"/>
              <a:tabLst>
                <a:tab pos="3771900" algn="r"/>
              </a:tabLst>
              <a:defRPr sz="1200"/>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p:nvPr>
        </p:nvSpPr>
        <p:spPr>
          <a:xfrm>
            <a:off x="8204096"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363" indent="-179388" algn="l">
              <a:spcBef>
                <a:spcPts val="200"/>
              </a:spcBef>
              <a:spcAft>
                <a:spcPts val="200"/>
              </a:spcAft>
              <a:buClrTx/>
              <a:buSzPct val="100000"/>
              <a:buFont typeface="Arial" panose="020B0604020202020204" pitchFamily="34" charset="0"/>
              <a:buChar char="−"/>
              <a:tabLst>
                <a:tab pos="3771900" algn="r"/>
              </a:tabLst>
              <a:defRPr sz="1200"/>
            </a:lvl3pPr>
            <a:lvl4pPr marL="534988" indent="-174625" algn="l">
              <a:spcBef>
                <a:spcPts val="200"/>
              </a:spcBef>
              <a:spcAft>
                <a:spcPts val="200"/>
              </a:spcAft>
              <a:buClrTx/>
              <a:buSzPct val="100000"/>
              <a:buFont typeface="Arial" panose="020B0604020202020204" pitchFamily="34" charset="0"/>
              <a:buChar char="◦"/>
              <a:tabLst>
                <a:tab pos="3771900" algn="r"/>
              </a:tabLst>
              <a:defRPr sz="1200"/>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72078742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userDrawn="1">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p:nvPr>
        </p:nvSpPr>
        <p:spPr>
          <a:xfrm>
            <a:off x="450000"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mn-lt"/>
              </a:defRPr>
            </a:lvl1pPr>
            <a:lvl2pPr marL="104775" indent="-104775" algn="l">
              <a:spcBef>
                <a:spcPts val="200"/>
              </a:spcBef>
              <a:spcAft>
                <a:spcPts val="200"/>
              </a:spcAft>
              <a:buClrTx/>
              <a:buSzPct val="100000"/>
              <a:buFont typeface="Arial" panose="020B0604020202020204" pitchFamily="34" charset="0"/>
              <a:buChar char="•"/>
              <a:tabLst>
                <a:tab pos="3771900" algn="r"/>
              </a:tabLst>
              <a:defRPr sz="1200">
                <a:latin typeface="+mj-lt"/>
              </a:defRPr>
            </a:lvl2pPr>
            <a:lvl3pPr marL="228600"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3pPr>
            <a:lvl4pPr marL="352425"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4pPr>
            <a:lvl5pPr marL="476250" indent="-104775" algn="l">
              <a:spcBef>
                <a:spcPts val="200"/>
              </a:spcBef>
              <a:spcAft>
                <a:spcPts val="200"/>
              </a:spcAft>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p:nvPr>
        </p:nvSpPr>
        <p:spPr>
          <a:xfrm>
            <a:off x="3322994"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mn-lt"/>
              </a:defRPr>
            </a:lvl1pPr>
            <a:lvl2pPr marL="104775" indent="-104775" algn="l">
              <a:spcBef>
                <a:spcPts val="200"/>
              </a:spcBef>
              <a:spcAft>
                <a:spcPts val="200"/>
              </a:spcAft>
              <a:buClrTx/>
              <a:buSzPct val="100000"/>
              <a:buFont typeface="Arial" panose="020B0604020202020204" pitchFamily="34" charset="0"/>
              <a:buChar char="•"/>
              <a:tabLst>
                <a:tab pos="3771900" algn="r"/>
              </a:tabLst>
              <a:defRPr sz="1200">
                <a:latin typeface="+mj-lt"/>
              </a:defRPr>
            </a:lvl2pPr>
            <a:lvl3pPr marL="228600"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3pPr>
            <a:lvl4pPr marL="352425"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4pPr>
            <a:lvl5pPr marL="476250" indent="-104775" algn="l">
              <a:spcBef>
                <a:spcPts val="200"/>
              </a:spcBef>
              <a:spcAft>
                <a:spcPts val="200"/>
              </a:spcAft>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p:nvPr>
        </p:nvSpPr>
        <p:spPr>
          <a:xfrm>
            <a:off x="6195988"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mn-lt"/>
              </a:defRPr>
            </a:lvl1pPr>
            <a:lvl2pPr marL="104775" indent="-104775" algn="l">
              <a:spcBef>
                <a:spcPts val="200"/>
              </a:spcBef>
              <a:spcAft>
                <a:spcPts val="200"/>
              </a:spcAft>
              <a:buClrTx/>
              <a:buSzPct val="100000"/>
              <a:buFont typeface="Arial" panose="020B0604020202020204" pitchFamily="34" charset="0"/>
              <a:buChar char="•"/>
              <a:tabLst>
                <a:tab pos="3771900" algn="r"/>
              </a:tabLst>
              <a:defRPr sz="1200">
                <a:latin typeface="+mj-lt"/>
              </a:defRPr>
            </a:lvl2pPr>
            <a:lvl3pPr marL="228600"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3pPr>
            <a:lvl4pPr marL="352425"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4pPr>
            <a:lvl5pPr marL="476250" indent="-104775" algn="l">
              <a:spcBef>
                <a:spcPts val="200"/>
              </a:spcBef>
              <a:spcAft>
                <a:spcPts val="200"/>
              </a:spcAft>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p:nvPr>
        </p:nvSpPr>
        <p:spPr>
          <a:xfrm>
            <a:off x="9068982"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mn-lt"/>
              </a:defRPr>
            </a:lvl1pPr>
            <a:lvl2pPr marL="104775" indent="-104775" algn="l">
              <a:spcBef>
                <a:spcPts val="200"/>
              </a:spcBef>
              <a:spcAft>
                <a:spcPts val="200"/>
              </a:spcAft>
              <a:buClrTx/>
              <a:buSzPct val="100000"/>
              <a:buFont typeface="Arial" panose="020B0604020202020204" pitchFamily="34" charset="0"/>
              <a:buChar char="•"/>
              <a:tabLst>
                <a:tab pos="3771900" algn="r"/>
              </a:tabLst>
              <a:defRPr sz="1200">
                <a:latin typeface="+mj-lt"/>
              </a:defRPr>
            </a:lvl2pPr>
            <a:lvl3pPr marL="228600"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3pPr>
            <a:lvl4pPr marL="352425" indent="-104775" algn="l">
              <a:spcBef>
                <a:spcPts val="200"/>
              </a:spcBef>
              <a:spcAft>
                <a:spcPts val="200"/>
              </a:spcAft>
              <a:buClrTx/>
              <a:buSzPct val="100000"/>
              <a:buFont typeface="Arial" panose="020B0604020202020204" pitchFamily="34" charset="0"/>
              <a:buChar char="◦"/>
              <a:tabLst>
                <a:tab pos="3771900" algn="r"/>
              </a:tabLst>
              <a:defRPr sz="1200">
                <a:latin typeface="+mn-lt"/>
              </a:defRPr>
            </a:lvl4pPr>
            <a:lvl5pPr marL="476250" indent="-104775" algn="l">
              <a:spcBef>
                <a:spcPts val="200"/>
              </a:spcBef>
              <a:spcAft>
                <a:spcPts val="200"/>
              </a:spcAft>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dirty="0"/>
              <a:t>Click to add title</a:t>
            </a:r>
          </a:p>
        </p:txBody>
      </p:sp>
    </p:spTree>
    <p:extLst>
      <p:ext uri="{BB962C8B-B14F-4D97-AF65-F5344CB8AC3E}">
        <p14:creationId xmlns:p14="http://schemas.microsoft.com/office/powerpoint/2010/main" val="40600257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userDrawn="1">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0000" y="1880213"/>
            <a:ext cx="1476000" cy="1476000"/>
          </a:xfrm>
        </p:spPr>
        <p:txBody>
          <a:bodyPr>
            <a:normAutofit/>
          </a:bodyPr>
          <a:lstStyle>
            <a:lvl1pPr algn="ctr">
              <a:spcBef>
                <a:spcPts val="200"/>
              </a:spcBef>
              <a:spcAft>
                <a:spcPts val="200"/>
              </a:spcAft>
              <a:defRPr sz="1200" b="0"/>
            </a:lvl1pPr>
          </a:lstStyle>
          <a:p>
            <a:r>
              <a:rPr lang="en-US" dirty="0"/>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56583" y="1880213"/>
            <a:ext cx="1476000" cy="1476000"/>
          </a:xfrm>
        </p:spPr>
        <p:txBody>
          <a:bodyPr>
            <a:normAutofit/>
          </a:bodyPr>
          <a:lstStyle>
            <a:lvl1pPr algn="ctr">
              <a:spcBef>
                <a:spcPts val="200"/>
              </a:spcBef>
              <a:spcAft>
                <a:spcPts val="200"/>
              </a:spcAft>
              <a:defRPr sz="1200" b="0"/>
            </a:lvl1pPr>
          </a:lstStyle>
          <a:p>
            <a:r>
              <a:rPr lang="en-US" dirty="0"/>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0000" y="4256213"/>
            <a:ext cx="1476000" cy="1476000"/>
          </a:xfrm>
        </p:spPr>
        <p:txBody>
          <a:bodyPr>
            <a:normAutofit/>
          </a:bodyPr>
          <a:lstStyle>
            <a:lvl1pPr algn="ctr">
              <a:spcBef>
                <a:spcPts val="200"/>
              </a:spcBef>
              <a:spcAft>
                <a:spcPts val="200"/>
              </a:spcAft>
              <a:defRPr sz="1200" b="0"/>
            </a:lvl1pPr>
          </a:lstStyle>
          <a:p>
            <a:r>
              <a:rPr lang="en-US" dirty="0"/>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dirty="0"/>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p:nvPr>
        </p:nvSpPr>
        <p:spPr>
          <a:xfrm>
            <a:off x="2104052" y="1880213"/>
            <a:ext cx="3846100" cy="1944000"/>
          </a:xfrm>
        </p:spPr>
        <p:txBody>
          <a:bodyPr/>
          <a:lstStyle>
            <a:lvl1pPr>
              <a:spcBef>
                <a:spcPts val="200"/>
              </a:spcBef>
              <a:spcAft>
                <a:spcPts val="200"/>
              </a:spcAft>
              <a:defRPr sz="1200" b="1"/>
            </a:lvl1pPr>
            <a:lvl2pPr>
              <a:spcBef>
                <a:spcPts val="200"/>
              </a:spcBef>
              <a:spcAft>
                <a:spcPts val="200"/>
              </a:spcAft>
              <a:defRPr sz="1200" b="0"/>
            </a:lvl2pPr>
          </a:lstStyle>
          <a:p>
            <a:pPr lvl="0"/>
            <a:r>
              <a:rPr lang="en-US" dirty="0"/>
              <a:t>Click to edit Master text styles</a:t>
            </a:r>
          </a:p>
          <a:p>
            <a:pPr lvl="1"/>
            <a:r>
              <a:rPr lang="en-US" dirty="0"/>
              <a:t>Second level</a:t>
            </a: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p:nvPr>
        </p:nvSpPr>
        <p:spPr>
          <a:xfrm>
            <a:off x="7907900" y="1880213"/>
            <a:ext cx="3846100" cy="1944000"/>
          </a:xfrm>
        </p:spPr>
        <p:txBody>
          <a:bodyPr/>
          <a:lstStyle>
            <a:lvl1pPr>
              <a:spcBef>
                <a:spcPts val="200"/>
              </a:spcBef>
              <a:spcAft>
                <a:spcPts val="200"/>
              </a:spcAft>
              <a:defRPr sz="1200" b="1"/>
            </a:lvl1pPr>
            <a:lvl2pPr>
              <a:spcBef>
                <a:spcPts val="200"/>
              </a:spcBef>
              <a:spcAft>
                <a:spcPts val="200"/>
              </a:spcAft>
              <a:defRPr sz="1200" b="0"/>
            </a:lvl2pPr>
          </a:lstStyle>
          <a:p>
            <a:pPr lvl="0"/>
            <a:r>
              <a:rPr lang="en-US"/>
              <a:t>Click to edit Master text styles</a:t>
            </a:r>
          </a:p>
          <a:p>
            <a:pPr lvl="1"/>
            <a:r>
              <a:rPr lang="en-US"/>
              <a:t>Second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p:nvPr>
        </p:nvSpPr>
        <p:spPr>
          <a:xfrm>
            <a:off x="2104051" y="4256213"/>
            <a:ext cx="3824765" cy="1944000"/>
          </a:xfrm>
        </p:spPr>
        <p:txBody>
          <a:bodyPr/>
          <a:lstStyle>
            <a:lvl1pPr>
              <a:spcBef>
                <a:spcPts val="200"/>
              </a:spcBef>
              <a:spcAft>
                <a:spcPts val="200"/>
              </a:spcAft>
              <a:defRPr sz="1200" b="1"/>
            </a:lvl1pPr>
            <a:lvl2pPr>
              <a:spcBef>
                <a:spcPts val="200"/>
              </a:spcBef>
              <a:spcAft>
                <a:spcPts val="200"/>
              </a:spcAft>
              <a:defRPr sz="1200" b="0"/>
            </a:lvl2pPr>
          </a:lstStyle>
          <a:p>
            <a:pPr lvl="0"/>
            <a:r>
              <a:rPr lang="en-US"/>
              <a:t>Click to edit Master text styles</a:t>
            </a:r>
          </a:p>
          <a:p>
            <a:pPr lvl="1"/>
            <a:r>
              <a:rPr lang="en-US"/>
              <a:t>Second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p:nvPr>
        </p:nvSpPr>
        <p:spPr>
          <a:xfrm>
            <a:off x="7905645" y="4256213"/>
            <a:ext cx="3848355" cy="1944000"/>
          </a:xfrm>
        </p:spPr>
        <p:txBody>
          <a:bodyPr/>
          <a:lstStyle>
            <a:lvl1pPr>
              <a:spcBef>
                <a:spcPts val="200"/>
              </a:spcBef>
              <a:spcAft>
                <a:spcPts val="200"/>
              </a:spcAft>
              <a:defRPr sz="1200" b="1"/>
            </a:lvl1pPr>
            <a:lvl2pPr>
              <a:spcBef>
                <a:spcPts val="200"/>
              </a:spcBef>
              <a:spcAft>
                <a:spcPts val="200"/>
              </a:spcAft>
              <a:defRPr sz="1200" b="0"/>
            </a:lvl2pPr>
          </a:lstStyle>
          <a:p>
            <a:pPr lvl="0"/>
            <a:r>
              <a:rPr lang="en-US"/>
              <a:t>Click to edit Master text styles</a:t>
            </a:r>
          </a:p>
          <a:p>
            <a:pPr lvl="1"/>
            <a:r>
              <a:rPr lang="en-US"/>
              <a:t>Second level</a:t>
            </a:r>
          </a:p>
        </p:txBody>
      </p:sp>
      <p:sp>
        <p:nvSpPr>
          <p:cNvPr id="10" name="Rectangle 9">
            <a:extLst>
              <a:ext uri="{FF2B5EF4-FFF2-40B4-BE49-F238E27FC236}">
                <a16:creationId xmlns:a16="http://schemas.microsoft.com/office/drawing/2014/main" id="{8B1455C2-E21F-06D2-DADD-7FD7A0C6A036}"/>
              </a:ext>
            </a:extLst>
          </p:cNvPr>
          <p:cNvSpPr/>
          <p:nvPr userDrawn="1"/>
        </p:nvSpPr>
        <p:spPr>
          <a:xfrm>
            <a:off x="6256583"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userDrawn="1"/>
        </p:nvSpPr>
        <p:spPr>
          <a:xfrm>
            <a:off x="450000"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userDrawn="1"/>
        </p:nvSpPr>
        <p:spPr>
          <a:xfrm>
            <a:off x="6256583" y="4044901"/>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userDrawn="1"/>
        </p:nvSpPr>
        <p:spPr>
          <a:xfrm>
            <a:off x="450000" y="4044901"/>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dirty="0"/>
              <a:t>Click to add title</a:t>
            </a:r>
          </a:p>
        </p:txBody>
      </p:sp>
    </p:spTree>
    <p:extLst>
      <p:ext uri="{BB962C8B-B14F-4D97-AF65-F5344CB8AC3E}">
        <p14:creationId xmlns:p14="http://schemas.microsoft.com/office/powerpoint/2010/main" val="243714749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userDrawn="1">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userDrawn="1"/>
        </p:nvSpPr>
        <p:spPr>
          <a:xfrm>
            <a:off x="6256583"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userDrawn="1"/>
        </p:nvSpPr>
        <p:spPr>
          <a:xfrm>
            <a:off x="450000"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80531" y="1883664"/>
            <a:ext cx="1476000" cy="1476000"/>
          </a:xfrm>
        </p:spPr>
        <p:txBody>
          <a:bodyPr>
            <a:normAutofit/>
          </a:bodyPr>
          <a:lstStyle>
            <a:lvl1pPr algn="ctr">
              <a:spcBef>
                <a:spcPts val="200"/>
              </a:spcBef>
              <a:spcAft>
                <a:spcPts val="200"/>
              </a:spcAft>
              <a:defRPr sz="1200" b="0"/>
            </a:lvl1pPr>
          </a:lstStyle>
          <a:p>
            <a:r>
              <a:rPr lang="en-US" dirty="0"/>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68918" y="1883664"/>
            <a:ext cx="1476000" cy="1476000"/>
          </a:xfrm>
        </p:spPr>
        <p:txBody>
          <a:bodyPr>
            <a:normAutofit/>
          </a:bodyPr>
          <a:lstStyle>
            <a:lvl1pPr algn="ctr">
              <a:spcBef>
                <a:spcPts val="200"/>
              </a:spcBef>
              <a:spcAft>
                <a:spcPts val="200"/>
              </a:spcAft>
              <a:defRPr sz="1200" b="0"/>
            </a:lvl1pPr>
          </a:lstStyle>
          <a:p>
            <a:r>
              <a:rPr lang="en-US" dirty="0"/>
              <a:t>Click icon to add picture</a:t>
            </a:r>
            <a:endParaRPr lang="en-GB" dirty="0"/>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dirty="0"/>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p:nvPr>
        </p:nvSpPr>
        <p:spPr>
          <a:xfrm>
            <a:off x="449999" y="3498336"/>
            <a:ext cx="5506532" cy="1944000"/>
          </a:xfrm>
        </p:spPr>
        <p:txBody>
          <a:bodyPr/>
          <a:lstStyle>
            <a:lvl1pPr>
              <a:spcBef>
                <a:spcPts val="200"/>
              </a:spcBef>
              <a:spcAft>
                <a:spcPts val="200"/>
              </a:spcAft>
              <a:defRPr sz="1200" b="0"/>
            </a:lvl1pPr>
            <a:lvl2pPr>
              <a:spcBef>
                <a:spcPts val="200"/>
              </a:spcBef>
              <a:spcAft>
                <a:spcPts val="200"/>
              </a:spcAft>
              <a:defRPr sz="1200" b="0"/>
            </a:lvl2pPr>
          </a:lstStyle>
          <a:p>
            <a:pPr lvl="0"/>
            <a:r>
              <a:rPr lang="en-US" dirty="0"/>
              <a:t>Click to edit Master text styles</a:t>
            </a:r>
          </a:p>
          <a:p>
            <a:pPr lvl="1"/>
            <a:r>
              <a:rPr lang="en-US" dirty="0"/>
              <a:t>Second level</a:t>
            </a: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p:nvPr>
        </p:nvSpPr>
        <p:spPr>
          <a:xfrm>
            <a:off x="6247468" y="3498336"/>
            <a:ext cx="5506532" cy="1944000"/>
          </a:xfrm>
        </p:spPr>
        <p:txBody>
          <a:bodyPr/>
          <a:lstStyle>
            <a:lvl1pPr>
              <a:spcBef>
                <a:spcPts val="200"/>
              </a:spcBef>
              <a:spcAft>
                <a:spcPts val="200"/>
              </a:spcAft>
              <a:defRPr sz="1200" b="0"/>
            </a:lvl1pPr>
            <a:lvl2pPr>
              <a:spcBef>
                <a:spcPts val="200"/>
              </a:spcBef>
              <a:spcAft>
                <a:spcPts val="200"/>
              </a:spcAft>
              <a:defRPr sz="1200" b="0"/>
            </a:lvl2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350950983"/>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500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a:t>Click to edit Master text styles</a:t>
            </a:r>
          </a:p>
        </p:txBody>
      </p:sp>
      <p:sp>
        <p:nvSpPr>
          <p:cNvPr id="3" name="Picture Placeholder 2"/>
          <p:cNvSpPr>
            <a:spLocks noGrp="1"/>
          </p:cNvSpPr>
          <p:nvPr>
            <p:ph type="pic" sz="quarter" idx="14" hasCustomPrompt="1"/>
          </p:nvPr>
        </p:nvSpPr>
        <p:spPr>
          <a:xfrm>
            <a:off x="9434497" y="4189870"/>
            <a:ext cx="2319503" cy="1725448"/>
          </a:xfrm>
        </p:spPr>
        <p:txBody>
          <a:bodyPr anchor="ctr" anchorCtr="0">
            <a:normAutofit/>
          </a:bodyPr>
          <a:lstStyle>
            <a:lvl1pPr algn="ctr">
              <a:spcBef>
                <a:spcPts val="200"/>
              </a:spcBef>
              <a:spcAft>
                <a:spcPts val="200"/>
              </a:spcAft>
              <a:defRPr sz="600" b="0"/>
            </a:lvl1pPr>
          </a:lstStyle>
          <a:p>
            <a:r>
              <a:rPr lang="en-GB" sz="675" dirty="0"/>
              <a:t>Insert sponsorship mark here</a:t>
            </a:r>
            <a:endParaRPr lang="en-GB" dirty="0"/>
          </a:p>
        </p:txBody>
      </p:sp>
      <p:sp>
        <p:nvSpPr>
          <p:cNvPr id="8" name="Text Placeholder 7"/>
          <p:cNvSpPr>
            <a:spLocks noGrp="1"/>
          </p:cNvSpPr>
          <p:nvPr>
            <p:ph type="body" sz="quarter" idx="15"/>
          </p:nvPr>
        </p:nvSpPr>
        <p:spPr>
          <a:xfrm>
            <a:off x="9434499" y="5995943"/>
            <a:ext cx="2319501" cy="363722"/>
          </a:xfrm>
        </p:spPr>
        <p:txBody>
          <a:bodyPr anchor="b" anchorCtr="0">
            <a:normAutofit/>
          </a:bodyPr>
          <a:lstStyle>
            <a:lvl1pPr>
              <a:lnSpc>
                <a:spcPct val="100000"/>
              </a:lnSpc>
              <a:spcBef>
                <a:spcPts val="200"/>
              </a:spcBef>
              <a:spcAft>
                <a:spcPts val="200"/>
              </a:spcAft>
              <a:defRPr sz="600" b="0"/>
            </a:lvl1pPr>
          </a:lstStyle>
          <a:p>
            <a:pPr lvl="0"/>
            <a:r>
              <a:rPr lang="en-US"/>
              <a:t>Click to edit Master text styles</a:t>
            </a:r>
          </a:p>
        </p:txBody>
      </p:sp>
      <p:grpSp>
        <p:nvGrpSpPr>
          <p:cNvPr id="20" name="Group 19">
            <a:extLst>
              <a:ext uri="{FF2B5EF4-FFF2-40B4-BE49-F238E27FC236}">
                <a16:creationId xmlns:a16="http://schemas.microsoft.com/office/drawing/2014/main" id="{11FFF62A-78AC-4176-888C-7369D55740C5}"/>
              </a:ext>
            </a:extLst>
          </p:cNvPr>
          <p:cNvGrpSpPr>
            <a:grpSpLocks noChangeAspect="1"/>
          </p:cNvGrpSpPr>
          <p:nvPr userDrawn="1"/>
        </p:nvGrpSpPr>
        <p:grpSpPr>
          <a:xfrm>
            <a:off x="450000" y="344137"/>
            <a:ext cx="1819109" cy="345828"/>
            <a:chOff x="398463" y="404813"/>
            <a:chExt cx="1627187" cy="307976"/>
          </a:xfrm>
          <a:solidFill>
            <a:schemeClr val="tx1"/>
          </a:solidFill>
        </p:grpSpPr>
        <p:sp>
          <p:nvSpPr>
            <p:cNvPr id="21" name="Oval 5">
              <a:extLst>
                <a:ext uri="{FF2B5EF4-FFF2-40B4-BE49-F238E27FC236}">
                  <a16:creationId xmlns:a16="http://schemas.microsoft.com/office/drawing/2014/main" id="{FD77EF0A-6F9B-4CB4-BDFE-54901AC3BDEB}"/>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2" name="Freeform 6">
              <a:extLst>
                <a:ext uri="{FF2B5EF4-FFF2-40B4-BE49-F238E27FC236}">
                  <a16:creationId xmlns:a16="http://schemas.microsoft.com/office/drawing/2014/main" id="{CFBCB662-4DCB-4701-B5DB-617E9625AC3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3" name="Rectangle 7">
              <a:extLst>
                <a:ext uri="{FF2B5EF4-FFF2-40B4-BE49-F238E27FC236}">
                  <a16:creationId xmlns:a16="http://schemas.microsoft.com/office/drawing/2014/main" id="{3AA8F7EF-0FC0-4792-B4E2-516188FAADCC}"/>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Freeform 8">
              <a:extLst>
                <a:ext uri="{FF2B5EF4-FFF2-40B4-BE49-F238E27FC236}">
                  <a16:creationId xmlns:a16="http://schemas.microsoft.com/office/drawing/2014/main" id="{7180810E-179A-4B4D-992C-DB02F3F2AA7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9">
              <a:extLst>
                <a:ext uri="{FF2B5EF4-FFF2-40B4-BE49-F238E27FC236}">
                  <a16:creationId xmlns:a16="http://schemas.microsoft.com/office/drawing/2014/main" id="{931CFAC2-92E1-42CB-BB66-BD91AB6DB50D}"/>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Rectangle 10">
              <a:extLst>
                <a:ext uri="{FF2B5EF4-FFF2-40B4-BE49-F238E27FC236}">
                  <a16:creationId xmlns:a16="http://schemas.microsoft.com/office/drawing/2014/main" id="{6C92D323-CA87-4BD4-9F33-9346A18A6790}"/>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Freeform 11">
              <a:extLst>
                <a:ext uri="{FF2B5EF4-FFF2-40B4-BE49-F238E27FC236}">
                  <a16:creationId xmlns:a16="http://schemas.microsoft.com/office/drawing/2014/main" id="{D31146A3-7248-4F9C-8242-2B343E0BCE4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Freeform 12">
              <a:extLst>
                <a:ext uri="{FF2B5EF4-FFF2-40B4-BE49-F238E27FC236}">
                  <a16:creationId xmlns:a16="http://schemas.microsoft.com/office/drawing/2014/main" id="{4BFA0610-A333-4B16-A20C-3ADB78A32CF9}"/>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3">
              <a:extLst>
                <a:ext uri="{FF2B5EF4-FFF2-40B4-BE49-F238E27FC236}">
                  <a16:creationId xmlns:a16="http://schemas.microsoft.com/office/drawing/2014/main" id="{D81528E3-7AAB-4FE3-96EB-0CA354538CA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0" name="Freeform 14">
              <a:extLst>
                <a:ext uri="{FF2B5EF4-FFF2-40B4-BE49-F238E27FC236}">
                  <a16:creationId xmlns:a16="http://schemas.microsoft.com/office/drawing/2014/main" id="{7C686C02-5833-4DB0-8AD3-1E143B411A13}"/>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17859843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with image - Black">
    <p:bg>
      <p:bgRef idx="1001">
        <a:schemeClr val="bg1"/>
      </p:bgRef>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dirty="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p:nvPr>
        </p:nvSpPr>
        <p:spPr>
          <a:xfrm>
            <a:off x="450000" y="366547"/>
            <a:ext cx="5465380" cy="484791"/>
          </a:xfrm>
        </p:spPr>
        <p:txBody>
          <a:bodyPr>
            <a:noAutofit/>
          </a:bodyPr>
          <a:lstStyle>
            <a:lvl1pPr>
              <a:defRPr sz="3200" b="1">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p:nvPr>
        </p:nvSpPr>
        <p:spPr>
          <a:xfrm>
            <a:off x="450000" y="851339"/>
            <a:ext cx="5465380" cy="863162"/>
          </a:xfrm>
        </p:spPr>
        <p:txBody>
          <a:bodyPr>
            <a:noAutofit/>
          </a:bodyPr>
          <a:lstStyle>
            <a:lvl1pPr>
              <a:defRPr sz="3200" b="0">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Tree>
    <p:extLst>
      <p:ext uri="{BB962C8B-B14F-4D97-AF65-F5344CB8AC3E}">
        <p14:creationId xmlns:p14="http://schemas.microsoft.com/office/powerpoint/2010/main" val="279182114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defRPr sz="2100">
                <a:latin typeface="+mj-lt"/>
              </a:defRPr>
            </a:lvl1pPr>
          </a:lstStyle>
          <a:p>
            <a:r>
              <a:rPr lang="en-US" dirty="0"/>
              <a:t>Click to add title</a:t>
            </a:r>
          </a:p>
        </p:txBody>
      </p:sp>
    </p:spTree>
    <p:extLst>
      <p:ext uri="{BB962C8B-B14F-4D97-AF65-F5344CB8AC3E}">
        <p14:creationId xmlns:p14="http://schemas.microsoft.com/office/powerpoint/2010/main" val="237527242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0000" y="684000"/>
            <a:ext cx="11304000" cy="757255"/>
          </a:xfrm>
          <a:prstGeom prst="rect">
            <a:avLst/>
          </a:prstGeom>
        </p:spPr>
        <p:txBody>
          <a:bodyPr lIns="0" tIns="0" rIns="0" bIns="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mj-lt"/>
              </a:defRPr>
            </a:lvl1pPr>
          </a:lstStyle>
          <a:p>
            <a:r>
              <a:rPr lang="en-US" dirty="0"/>
              <a:t>Click to add title</a:t>
            </a:r>
          </a:p>
        </p:txBody>
      </p:sp>
    </p:spTree>
    <p:extLst>
      <p:ext uri="{BB962C8B-B14F-4D97-AF65-F5344CB8AC3E}">
        <p14:creationId xmlns:p14="http://schemas.microsoft.com/office/powerpoint/2010/main" val="370360823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userDrawn="1">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aseCode">
            <a:extLst>
              <a:ext uri="{FF2B5EF4-FFF2-40B4-BE49-F238E27FC236}">
                <a16:creationId xmlns:a16="http://schemas.microsoft.com/office/drawing/2014/main" id="{439CAA0B-BD7D-E961-FD1C-9131F85A54CA}"/>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Presentation title</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F6E54051-AB2C-A07C-F684-FE42B225EAE9}"/>
              </a:ext>
            </a:extLst>
          </p:cNvPr>
          <p:cNvSpPr txBox="1"/>
          <p:nvPr userDrawn="1"/>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7138B5BD-933E-BC54-3884-620C20F639B9}"/>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Calibri" panose="020F0502020204030204" pitchFamily="34" charset="0"/>
              <a:cs typeface="Calibri" panose="020F0502020204030204" pitchFamily="34" charset="0"/>
            </a:endParaRPr>
          </a:p>
        </p:txBody>
      </p:sp>
      <p:sp>
        <p:nvSpPr>
          <p:cNvPr id="14" name="Text Placeholder 18">
            <a:extLst>
              <a:ext uri="{FF2B5EF4-FFF2-40B4-BE49-F238E27FC236}">
                <a16:creationId xmlns:a16="http://schemas.microsoft.com/office/drawing/2014/main" id="{FB46B341-3430-2348-6D11-485200BFA997}"/>
              </a:ext>
            </a:extLst>
          </p:cNvPr>
          <p:cNvSpPr>
            <a:spLocks noGrp="1"/>
          </p:cNvSpPr>
          <p:nvPr>
            <p:ph idx="1"/>
          </p:nvPr>
        </p:nvSpPr>
        <p:spPr>
          <a:xfrm>
            <a:off x="450000" y="1714500"/>
            <a:ext cx="11304000" cy="4644000"/>
          </a:xfrm>
          <a:prstGeom prst="rect">
            <a:avLst/>
          </a:prstGeom>
        </p:spPr>
        <p:txBody>
          <a:bodyPr vert="horz" lIns="0" tIns="0" rIns="0" bIns="0" rtlCol="0">
            <a:noAutofit/>
          </a:bodyPr>
          <a:lstStyle>
            <a:lvl1pPr>
              <a:spcBef>
                <a:spcPts val="200"/>
              </a:spcBef>
              <a:spcAft>
                <a:spcPts val="200"/>
              </a:spcAft>
              <a:defRPr>
                <a:solidFill>
                  <a:schemeClr val="bg1"/>
                </a:solidFill>
              </a:defRPr>
            </a:lvl1pPr>
            <a:lvl2pPr>
              <a:spcBef>
                <a:spcPts val="200"/>
              </a:spcBef>
              <a:spcAft>
                <a:spcPts val="200"/>
              </a:spcAft>
              <a:defRPr>
                <a:solidFill>
                  <a:schemeClr val="bg1"/>
                </a:solidFill>
              </a:defRPr>
            </a:lvl2pPr>
            <a:lvl3pPr>
              <a:spcBef>
                <a:spcPts val="200"/>
              </a:spcBef>
              <a:spcAft>
                <a:spcPts val="200"/>
              </a:spcAft>
              <a:defRPr>
                <a:solidFill>
                  <a:schemeClr val="bg1"/>
                </a:solidFill>
              </a:defRPr>
            </a:lvl3pPr>
            <a:lvl4pPr>
              <a:spcBef>
                <a:spcPts val="200"/>
              </a:spcBef>
              <a:spcAft>
                <a:spcPts val="200"/>
              </a:spcAft>
              <a:defRPr>
                <a:solidFill>
                  <a:schemeClr val="bg1"/>
                </a:solidFill>
              </a:defRPr>
            </a:lvl4pPr>
            <a:lvl5pPr>
              <a:spcBef>
                <a:spcPts val="200"/>
              </a:spcBef>
              <a:spcAft>
                <a:spcPts val="200"/>
              </a:spcAft>
              <a:defRPr>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mj-lt"/>
              </a:defRPr>
            </a:lvl1pPr>
          </a:lstStyle>
          <a:p>
            <a:r>
              <a:rPr lang="en-US" dirty="0"/>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defRPr>
            </a:lvl1pPr>
          </a:lstStyle>
          <a:p>
            <a:pPr lvl="0"/>
            <a:r>
              <a:rPr lang="en-US" dirty="0"/>
              <a:t>Click to add subtitle</a:t>
            </a:r>
          </a:p>
        </p:txBody>
      </p:sp>
    </p:spTree>
    <p:extLst>
      <p:ext uri="{BB962C8B-B14F-4D97-AF65-F5344CB8AC3E}">
        <p14:creationId xmlns:p14="http://schemas.microsoft.com/office/powerpoint/2010/main" val="412038594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userDrawn="1">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a:xfrm>
            <a:off x="450000" y="1719072"/>
            <a:ext cx="5508000"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CaseCode">
            <a:extLst>
              <a:ext uri="{FF2B5EF4-FFF2-40B4-BE49-F238E27FC236}">
                <a16:creationId xmlns:a16="http://schemas.microsoft.com/office/drawing/2014/main" id="{2FAA9AE1-07D6-1DEA-5444-4C520526B959}"/>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Presentation title</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4" name="Copyright">
            <a:extLst>
              <a:ext uri="{FF2B5EF4-FFF2-40B4-BE49-F238E27FC236}">
                <a16:creationId xmlns:a16="http://schemas.microsoft.com/office/drawing/2014/main" id="{AECCCF0B-B1BD-BCCA-2910-86017684AE3D}"/>
              </a:ext>
            </a:extLst>
          </p:cNvPr>
          <p:cNvSpPr txBox="1"/>
          <p:nvPr userDrawn="1"/>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TextBox 4">
            <a:extLst>
              <a:ext uri="{FF2B5EF4-FFF2-40B4-BE49-F238E27FC236}">
                <a16:creationId xmlns:a16="http://schemas.microsoft.com/office/drawing/2014/main" id="{0D8F1BBD-EF0D-7D04-5538-273842FEC19B}"/>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Calibri" panose="020F0502020204030204" pitchFamily="34" charset="0"/>
              <a:cs typeface="Calibri" panose="020F0502020204030204" pitchFamily="34" charset="0"/>
            </a:endParaRP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mj-lt"/>
              </a:defRPr>
            </a:lvl1pPr>
          </a:lstStyle>
          <a:p>
            <a:r>
              <a:rPr lang="en-US" dirty="0"/>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defRPr>
            </a:lvl1pPr>
          </a:lstStyle>
          <a:p>
            <a:pPr lvl="0"/>
            <a:r>
              <a:rPr lang="en-US" dirty="0"/>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p:nvPr>
        </p:nvSpPr>
        <p:spPr>
          <a:xfrm>
            <a:off x="6246000" y="1719072"/>
            <a:ext cx="5508000"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13630601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userDrawn="1">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p:nvPr>
        </p:nvSpPr>
        <p:spPr>
          <a:xfrm>
            <a:off x="450000"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CaseCode">
            <a:extLst>
              <a:ext uri="{FF2B5EF4-FFF2-40B4-BE49-F238E27FC236}">
                <a16:creationId xmlns:a16="http://schemas.microsoft.com/office/drawing/2014/main" id="{4C9C6FA1-DDE1-8073-D67E-BBF06C3542A3}"/>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Presentation title</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E0E9664F-F6E9-5088-C878-2C69B2DB5422}"/>
              </a:ext>
            </a:extLst>
          </p:cNvPr>
          <p:cNvSpPr txBox="1"/>
          <p:nvPr userDrawn="1"/>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51FB6382-2CB7-7FC9-D920-10C689F2F5E2}"/>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Calibri" panose="020F0502020204030204" pitchFamily="34" charset="0"/>
              <a:cs typeface="Calibri" panose="020F0502020204030204" pitchFamily="34" charset="0"/>
            </a:endParaRP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defRPr sz="2100">
                <a:solidFill>
                  <a:schemeClr val="bg1"/>
                </a:solidFill>
                <a:latin typeface="+mj-lt"/>
              </a:defRPr>
            </a:lvl1pPr>
          </a:lstStyle>
          <a:p>
            <a:r>
              <a:rPr lang="en-US" dirty="0"/>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defRPr lang="en-US" sz="1800" b="0" dirty="0">
                <a:solidFill>
                  <a:srgbClr val="D0D0CE"/>
                </a:solidFill>
              </a:defRPr>
            </a:lvl1pPr>
          </a:lstStyle>
          <a:p>
            <a:pPr lvl="0"/>
            <a:r>
              <a:rPr lang="en-US" dirty="0"/>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p:nvPr>
        </p:nvSpPr>
        <p:spPr>
          <a:xfrm>
            <a:off x="4327048"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p:nvPr>
        </p:nvSpPr>
        <p:spPr>
          <a:xfrm>
            <a:off x="8204096"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459083464"/>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userDrawn="1">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p:nvPr>
        </p:nvSpPr>
        <p:spPr>
          <a:xfrm>
            <a:off x="450000"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mn-lt"/>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j-lt"/>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mn-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CaseCode">
            <a:extLst>
              <a:ext uri="{FF2B5EF4-FFF2-40B4-BE49-F238E27FC236}">
                <a16:creationId xmlns:a16="http://schemas.microsoft.com/office/drawing/2014/main" id="{2AC6B5AE-2398-5F77-C242-BA82202FDB97}"/>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Presentation title</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D86F00B9-162D-0F0A-AF00-68C6D5FF16DE}"/>
              </a:ext>
            </a:extLst>
          </p:cNvPr>
          <p:cNvSpPr txBox="1"/>
          <p:nvPr userDrawn="1"/>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ADEBAD5-40EB-51CE-ACE7-BD2DFF52BB5F}"/>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Calibri" panose="020F0502020204030204" pitchFamily="34" charset="0"/>
              <a:cs typeface="Calibri" panose="020F0502020204030204" pitchFamily="34" charset="0"/>
            </a:endParaRP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mj-lt"/>
              </a:defRPr>
            </a:lvl1pPr>
          </a:lstStyle>
          <a:p>
            <a:r>
              <a:rPr lang="en-US" dirty="0"/>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defRPr>
            </a:lvl1pPr>
          </a:lstStyle>
          <a:p>
            <a:pPr lvl="0"/>
            <a:r>
              <a:rPr lang="en-US" dirty="0"/>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p:nvPr>
        </p:nvSpPr>
        <p:spPr>
          <a:xfrm>
            <a:off x="3322994"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mn-lt"/>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j-lt"/>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mn-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p:nvPr>
        </p:nvSpPr>
        <p:spPr>
          <a:xfrm>
            <a:off x="6195988"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mn-lt"/>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j-lt"/>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mn-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p:nvPr>
        </p:nvSpPr>
        <p:spPr>
          <a:xfrm>
            <a:off x="9068982"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mn-lt"/>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j-lt"/>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mn-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93872967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userDrawn="1">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0000" y="1880213"/>
            <a:ext cx="1476000" cy="1476000"/>
          </a:xfrm>
        </p:spPr>
        <p:txBody>
          <a:bodyPr>
            <a:normAutofit/>
          </a:bodyPr>
          <a:lstStyle>
            <a:lvl1pPr algn="ctr">
              <a:defRPr sz="1200"/>
            </a:lvl1pPr>
          </a:lstStyle>
          <a:p>
            <a:r>
              <a:rPr lang="en-US" dirty="0"/>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6000" y="1880213"/>
            <a:ext cx="1476000" cy="1476000"/>
          </a:xfrm>
        </p:spPr>
        <p:txBody>
          <a:bodyPr>
            <a:normAutofit/>
          </a:bodyPr>
          <a:lstStyle>
            <a:lvl1pPr algn="ctr">
              <a:defRPr sz="1200"/>
            </a:lvl1pPr>
          </a:lstStyle>
          <a:p>
            <a:r>
              <a:rPr lang="en-US" dirty="0"/>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0000" y="4256213"/>
            <a:ext cx="1476000" cy="1476000"/>
          </a:xfrm>
        </p:spPr>
        <p:txBody>
          <a:bodyPr>
            <a:normAutofit/>
          </a:bodyPr>
          <a:lstStyle>
            <a:lvl1pPr algn="ctr">
              <a:defRPr sz="1200"/>
            </a:lvl1pPr>
          </a:lstStyle>
          <a:p>
            <a:r>
              <a:rPr lang="en-US" dirty="0"/>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6000" y="4256213"/>
            <a:ext cx="1476000" cy="1476000"/>
          </a:xfrm>
        </p:spPr>
        <p:txBody>
          <a:bodyPr>
            <a:normAutofit/>
          </a:bodyPr>
          <a:lstStyle>
            <a:lvl1pPr algn="ctr">
              <a:defRPr sz="1200"/>
            </a:lvl1pPr>
          </a:lstStyle>
          <a:p>
            <a:r>
              <a:rPr lang="en-US" dirty="0"/>
              <a:t>Click icon to add picture</a:t>
            </a:r>
            <a:endParaRPr lang="en-GB" dirty="0"/>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p:nvPr>
        </p:nvSpPr>
        <p:spPr>
          <a:xfrm>
            <a:off x="7902000" y="1880213"/>
            <a:ext cx="3852000" cy="1944000"/>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stStyle>
          <a:p>
            <a:pPr lvl="0"/>
            <a:r>
              <a:rPr lang="en-US" dirty="0"/>
              <a:t>Click to edit Master text styles</a:t>
            </a:r>
          </a:p>
          <a:p>
            <a:pPr lvl="1"/>
            <a:r>
              <a:rPr lang="en-US" dirty="0"/>
              <a:t>Second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p:nvPr>
        </p:nvSpPr>
        <p:spPr>
          <a:xfrm>
            <a:off x="2106000" y="4256213"/>
            <a:ext cx="3852000" cy="1944000"/>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stStyle>
          <a:p>
            <a:pPr lvl="0"/>
            <a:r>
              <a:rPr lang="en-US"/>
              <a:t>Click to edit Master text styles</a:t>
            </a:r>
          </a:p>
          <a:p>
            <a:pPr lvl="1"/>
            <a:r>
              <a:rPr lang="en-US"/>
              <a:t>Second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p:nvPr>
        </p:nvSpPr>
        <p:spPr>
          <a:xfrm>
            <a:off x="7902000" y="4256213"/>
            <a:ext cx="3852000" cy="1944000"/>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stStyle>
          <a:p>
            <a:pPr lvl="0"/>
            <a:r>
              <a:rPr lang="en-US"/>
              <a:t>Click to edit Master text styles</a:t>
            </a:r>
          </a:p>
          <a:p>
            <a:pPr lvl="1"/>
            <a:r>
              <a:rPr lang="en-US"/>
              <a:t>Second level</a:t>
            </a:r>
          </a:p>
        </p:txBody>
      </p:sp>
      <p:sp>
        <p:nvSpPr>
          <p:cNvPr id="10" name="Rectangle 9">
            <a:extLst>
              <a:ext uri="{FF2B5EF4-FFF2-40B4-BE49-F238E27FC236}">
                <a16:creationId xmlns:a16="http://schemas.microsoft.com/office/drawing/2014/main" id="{8B1455C2-E21F-06D2-DADD-7FD7A0C6A036}"/>
              </a:ext>
            </a:extLst>
          </p:cNvPr>
          <p:cNvSpPr/>
          <p:nvPr userDrawn="1"/>
        </p:nvSpPr>
        <p:spPr>
          <a:xfrm>
            <a:off x="6246000" y="1677307"/>
            <a:ext cx="5508000"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userDrawn="1"/>
        </p:nvSpPr>
        <p:spPr>
          <a:xfrm>
            <a:off x="450000" y="1677307"/>
            <a:ext cx="5508000"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userDrawn="1"/>
        </p:nvSpPr>
        <p:spPr>
          <a:xfrm>
            <a:off x="6246000" y="4044901"/>
            <a:ext cx="5508000"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userDrawn="1"/>
        </p:nvSpPr>
        <p:spPr>
          <a:xfrm>
            <a:off x="450000" y="4044901"/>
            <a:ext cx="5508000"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4" name="CaseCode">
            <a:extLst>
              <a:ext uri="{FF2B5EF4-FFF2-40B4-BE49-F238E27FC236}">
                <a16:creationId xmlns:a16="http://schemas.microsoft.com/office/drawing/2014/main" id="{FDC8E98C-87C9-16F4-A3B7-C5661C38BF7F}"/>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Presentation title</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5" name="Copyright">
            <a:extLst>
              <a:ext uri="{FF2B5EF4-FFF2-40B4-BE49-F238E27FC236}">
                <a16:creationId xmlns:a16="http://schemas.microsoft.com/office/drawing/2014/main" id="{DA3BDEDC-034E-F458-1BCE-FF50B92ED6FA}"/>
              </a:ext>
            </a:extLst>
          </p:cNvPr>
          <p:cNvSpPr txBox="1"/>
          <p:nvPr userDrawn="1"/>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8" name="TextBox 17">
            <a:extLst>
              <a:ext uri="{FF2B5EF4-FFF2-40B4-BE49-F238E27FC236}">
                <a16:creationId xmlns:a16="http://schemas.microsoft.com/office/drawing/2014/main" id="{3C4639CE-52C7-C346-7162-BAD5CAAE51C5}"/>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Calibri" panose="020F0502020204030204" pitchFamily="34" charset="0"/>
              <a:cs typeface="Calibri" panose="020F0502020204030204" pitchFamily="34" charset="0"/>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p:nvPr>
        </p:nvSpPr>
        <p:spPr>
          <a:xfrm>
            <a:off x="2106000" y="1880213"/>
            <a:ext cx="3852000" cy="1944000"/>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stStyle>
          <a:p>
            <a:pPr lvl="0"/>
            <a:r>
              <a:rPr lang="en-US" dirty="0"/>
              <a:t>Click to edit Master text styles</a:t>
            </a:r>
          </a:p>
          <a:p>
            <a:pPr lvl="1"/>
            <a:r>
              <a:rPr lang="en-US" dirty="0"/>
              <a:t>Second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mj-lt"/>
              </a:defRPr>
            </a:lvl1pPr>
          </a:lstStyle>
          <a:p>
            <a:r>
              <a:rPr lang="en-US" dirty="0"/>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defRPr>
            </a:lvl1pPr>
          </a:lstStyle>
          <a:p>
            <a:pPr lvl="0"/>
            <a:r>
              <a:rPr lang="en-US" dirty="0"/>
              <a:t>Click to add subtitle</a:t>
            </a:r>
          </a:p>
        </p:txBody>
      </p:sp>
    </p:spTree>
    <p:extLst>
      <p:ext uri="{BB962C8B-B14F-4D97-AF65-F5344CB8AC3E}">
        <p14:creationId xmlns:p14="http://schemas.microsoft.com/office/powerpoint/2010/main" val="140560925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userDrawn="1">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Picture Placeholder 11">
            <a:extLst>
              <a:ext uri="{FF2B5EF4-FFF2-40B4-BE49-F238E27FC236}">
                <a16:creationId xmlns:a16="http://schemas.microsoft.com/office/drawing/2014/main" id="{DFBE7610-ECB4-CA89-5B4C-9B0C6E8A5706}"/>
              </a:ext>
            </a:extLst>
          </p:cNvPr>
          <p:cNvSpPr>
            <a:spLocks noGrp="1"/>
          </p:cNvSpPr>
          <p:nvPr>
            <p:ph type="pic" sz="quarter" idx="28"/>
          </p:nvPr>
        </p:nvSpPr>
        <p:spPr>
          <a:xfrm>
            <a:off x="4482000" y="1883664"/>
            <a:ext cx="1476000" cy="1476000"/>
          </a:xfrm>
        </p:spPr>
        <p:txBody>
          <a:bodyPr>
            <a:normAutofit/>
          </a:bodyPr>
          <a:lstStyle>
            <a:lvl1pPr algn="ctr">
              <a:defRPr sz="1200"/>
            </a:lvl1pPr>
          </a:lstStyle>
          <a:p>
            <a:r>
              <a:rPr lang="en-US" dirty="0"/>
              <a:t>Click icon to add picture</a:t>
            </a:r>
            <a:endParaRPr lang="en-GB" dirty="0"/>
          </a:p>
        </p:txBody>
      </p:sp>
      <p:sp>
        <p:nvSpPr>
          <p:cNvPr id="18" name="Picture Placeholder 11">
            <a:extLst>
              <a:ext uri="{FF2B5EF4-FFF2-40B4-BE49-F238E27FC236}">
                <a16:creationId xmlns:a16="http://schemas.microsoft.com/office/drawing/2014/main" id="{6E7011BF-A32B-4689-4585-D2226C8A39D9}"/>
              </a:ext>
            </a:extLst>
          </p:cNvPr>
          <p:cNvSpPr>
            <a:spLocks noGrp="1"/>
          </p:cNvSpPr>
          <p:nvPr>
            <p:ph type="pic" sz="quarter" idx="29"/>
          </p:nvPr>
        </p:nvSpPr>
        <p:spPr>
          <a:xfrm>
            <a:off x="10278000" y="1883664"/>
            <a:ext cx="1476000" cy="1476000"/>
          </a:xfrm>
        </p:spPr>
        <p:txBody>
          <a:bodyPr>
            <a:normAutofit/>
          </a:bodyPr>
          <a:lstStyle>
            <a:lvl1pPr algn="ctr">
              <a:defRPr sz="1200"/>
            </a:lvl1pPr>
          </a:lstStyle>
          <a:p>
            <a:r>
              <a:rPr lang="en-US" dirty="0"/>
              <a:t>Click icon to add picture</a:t>
            </a:r>
            <a:endParaRPr lang="en-GB" dirty="0"/>
          </a:p>
        </p:txBody>
      </p:sp>
      <p:sp>
        <p:nvSpPr>
          <p:cNvPr id="2" name="CaseCode">
            <a:extLst>
              <a:ext uri="{FF2B5EF4-FFF2-40B4-BE49-F238E27FC236}">
                <a16:creationId xmlns:a16="http://schemas.microsoft.com/office/drawing/2014/main" id="{FB1AB0CC-E815-A64E-13C9-1E9087A3F714}"/>
              </a:ext>
            </a:extLst>
          </p:cNvPr>
          <p:cNvSpPr txBox="1"/>
          <p:nvPr userDrawn="1"/>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Presentation title</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3" name="Copyright">
            <a:extLst>
              <a:ext uri="{FF2B5EF4-FFF2-40B4-BE49-F238E27FC236}">
                <a16:creationId xmlns:a16="http://schemas.microsoft.com/office/drawing/2014/main" id="{49CC0FB1-FB29-62ED-E79E-91BD9EE9F124}"/>
              </a:ext>
            </a:extLst>
          </p:cNvPr>
          <p:cNvSpPr txBox="1"/>
          <p:nvPr userDrawn="1"/>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800" noProof="0" dirty="0">
                <a:solidFill>
                  <a:schemeClr val="bg1"/>
                </a:solidFill>
                <a:latin typeface="Calibri" panose="020F0502020204030204" pitchFamily="34" charset="0"/>
                <a:cs typeface="Calibri" panose="020F0502020204030204" pitchFamily="34" charset="0"/>
              </a:rPr>
            </a:br>
            <a:r>
              <a:rPr lang="en-US" sz="8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4" name="TextBox 3">
            <a:extLst>
              <a:ext uri="{FF2B5EF4-FFF2-40B4-BE49-F238E27FC236}">
                <a16:creationId xmlns:a16="http://schemas.microsoft.com/office/drawing/2014/main" id="{C4D2FF46-F2E3-4C53-5DB7-61C38243D4F9}"/>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Calibri" panose="020F0502020204030204" pitchFamily="34" charset="0"/>
              <a:cs typeface="Calibri" panose="020F0502020204030204" pitchFamily="34" charset="0"/>
            </a:endParaRPr>
          </a:p>
        </p:txBody>
      </p:sp>
      <p:sp>
        <p:nvSpPr>
          <p:cNvPr id="9" name="Content Placeholder 3">
            <a:extLst>
              <a:ext uri="{FF2B5EF4-FFF2-40B4-BE49-F238E27FC236}">
                <a16:creationId xmlns:a16="http://schemas.microsoft.com/office/drawing/2014/main" id="{DBEB426A-016F-1B65-1168-FF2235F36C2A}"/>
              </a:ext>
            </a:extLst>
          </p:cNvPr>
          <p:cNvSpPr>
            <a:spLocks noGrp="1"/>
          </p:cNvSpPr>
          <p:nvPr>
            <p:ph sz="quarter" idx="10"/>
          </p:nvPr>
        </p:nvSpPr>
        <p:spPr>
          <a:xfrm>
            <a:off x="450000" y="3491918"/>
            <a:ext cx="5508000"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mn-lt"/>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j-lt"/>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mn-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defRPr>
            </a:lvl1pPr>
          </a:lstStyle>
          <a:p>
            <a:pPr lvl="0"/>
            <a:r>
              <a:rPr lang="en-US" dirty="0"/>
              <a:t>Click to add subtitle</a:t>
            </a:r>
          </a:p>
        </p:txBody>
      </p:sp>
      <p:sp>
        <p:nvSpPr>
          <p:cNvPr id="15" name="Rectangle 14">
            <a:extLst>
              <a:ext uri="{FF2B5EF4-FFF2-40B4-BE49-F238E27FC236}">
                <a16:creationId xmlns:a16="http://schemas.microsoft.com/office/drawing/2014/main" id="{16E79773-3B23-90E9-4D48-A5FDB54800E7}"/>
              </a:ext>
            </a:extLst>
          </p:cNvPr>
          <p:cNvSpPr/>
          <p:nvPr userDrawn="1"/>
        </p:nvSpPr>
        <p:spPr>
          <a:xfrm>
            <a:off x="6246000" y="1677307"/>
            <a:ext cx="5508000"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6B2B04A7-88BB-C053-00D5-6E084E746EAB}"/>
              </a:ext>
            </a:extLst>
          </p:cNvPr>
          <p:cNvSpPr/>
          <p:nvPr userDrawn="1"/>
        </p:nvSpPr>
        <p:spPr>
          <a:xfrm>
            <a:off x="450000" y="1677307"/>
            <a:ext cx="5508000"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Content Placeholder 3">
            <a:extLst>
              <a:ext uri="{FF2B5EF4-FFF2-40B4-BE49-F238E27FC236}">
                <a16:creationId xmlns:a16="http://schemas.microsoft.com/office/drawing/2014/main" id="{746306D7-050B-5308-5E5B-4221EF4A7F66}"/>
              </a:ext>
            </a:extLst>
          </p:cNvPr>
          <p:cNvSpPr>
            <a:spLocks noGrp="1"/>
          </p:cNvSpPr>
          <p:nvPr>
            <p:ph sz="quarter" idx="30"/>
          </p:nvPr>
        </p:nvSpPr>
        <p:spPr>
          <a:xfrm>
            <a:off x="6246000" y="3491918"/>
            <a:ext cx="5508000"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mn-lt"/>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j-lt"/>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mn-lt"/>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mn-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967723317"/>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50000" y="4194287"/>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412074" y="4189870"/>
            <a:ext cx="2319503" cy="1725448"/>
          </a:xfrm>
        </p:spPr>
        <p:txBody>
          <a:bodyPr anchor="ctr" anchorCtr="0">
            <a:normAutofit/>
          </a:bodyPr>
          <a:lstStyle>
            <a:lvl1pPr algn="ctr">
              <a:defRPr sz="600" b="0">
                <a:solidFill>
                  <a:schemeClr val="bg1"/>
                </a:solidFill>
              </a:defRPr>
            </a:lvl1pPr>
          </a:lstStyle>
          <a:p>
            <a:r>
              <a:rPr lang="en-GB" sz="675" dirty="0"/>
              <a:t>Insert sponsorship mark here</a:t>
            </a:r>
            <a:endParaRPr lang="en-GB" dirty="0"/>
          </a:p>
        </p:txBody>
      </p:sp>
      <p:sp>
        <p:nvSpPr>
          <p:cNvPr id="8" name="Text Placeholder 7"/>
          <p:cNvSpPr>
            <a:spLocks noGrp="1"/>
          </p:cNvSpPr>
          <p:nvPr>
            <p:ph type="body" sz="quarter" idx="15"/>
          </p:nvPr>
        </p:nvSpPr>
        <p:spPr>
          <a:xfrm>
            <a:off x="9412076" y="6000361"/>
            <a:ext cx="2319501" cy="363722"/>
          </a:xfrm>
        </p:spPr>
        <p:txBody>
          <a:bodyPr anchor="b" anchorCtr="0">
            <a:noAutofit/>
          </a:bodyPr>
          <a:lstStyle>
            <a:lvl1pPr>
              <a:lnSpc>
                <a:spcPct val="100000"/>
              </a:lnSpc>
              <a:defRPr sz="600" b="0">
                <a:solidFill>
                  <a:schemeClr val="bg1"/>
                </a:solidFill>
              </a:defRPr>
            </a:lvl1pPr>
          </a:lstStyle>
          <a:p>
            <a:pPr lvl="0"/>
            <a:r>
              <a:rPr lang="en-US"/>
              <a:t>Click to edit Master text styles</a:t>
            </a:r>
          </a:p>
        </p:txBody>
      </p:sp>
      <p:grpSp>
        <p:nvGrpSpPr>
          <p:cNvPr id="16" name="Group 15">
            <a:extLst>
              <a:ext uri="{FF2B5EF4-FFF2-40B4-BE49-F238E27FC236}">
                <a16:creationId xmlns:a16="http://schemas.microsoft.com/office/drawing/2014/main" id="{8AB860FC-9229-466C-B67B-E6B79E07BB2B}"/>
              </a:ext>
            </a:extLst>
          </p:cNvPr>
          <p:cNvGrpSpPr/>
          <p:nvPr userDrawn="1"/>
        </p:nvGrpSpPr>
        <p:grpSpPr>
          <a:xfrm>
            <a:off x="450000" y="341312"/>
            <a:ext cx="1819656" cy="347472"/>
            <a:chOff x="398463" y="404813"/>
            <a:chExt cx="1627187" cy="307976"/>
          </a:xfrm>
          <a:solidFill>
            <a:schemeClr val="bg1"/>
          </a:solidFill>
        </p:grpSpPr>
        <p:sp>
          <p:nvSpPr>
            <p:cNvPr id="17" name="Oval 5">
              <a:extLst>
                <a:ext uri="{FF2B5EF4-FFF2-40B4-BE49-F238E27FC236}">
                  <a16:creationId xmlns:a16="http://schemas.microsoft.com/office/drawing/2014/main" id="{477D509D-A74E-4D79-8C41-28EE20877109}"/>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8" name="Freeform 6">
              <a:extLst>
                <a:ext uri="{FF2B5EF4-FFF2-40B4-BE49-F238E27FC236}">
                  <a16:creationId xmlns:a16="http://schemas.microsoft.com/office/drawing/2014/main" id="{CC851991-483D-4A9F-8C5F-626DE9D5C1B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9" name="Rectangle 7">
              <a:extLst>
                <a:ext uri="{FF2B5EF4-FFF2-40B4-BE49-F238E27FC236}">
                  <a16:creationId xmlns:a16="http://schemas.microsoft.com/office/drawing/2014/main" id="{28FEC250-9F3B-45BC-90AF-4CDE000C2C36}"/>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1" name="Freeform 8">
              <a:extLst>
                <a:ext uri="{FF2B5EF4-FFF2-40B4-BE49-F238E27FC236}">
                  <a16:creationId xmlns:a16="http://schemas.microsoft.com/office/drawing/2014/main" id="{F8494B23-9F67-4108-8FC3-E645BD138AE0}"/>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2" name="Rectangle 9">
              <a:extLst>
                <a:ext uri="{FF2B5EF4-FFF2-40B4-BE49-F238E27FC236}">
                  <a16:creationId xmlns:a16="http://schemas.microsoft.com/office/drawing/2014/main" id="{198EEDBF-F835-40E6-A1D3-AAADC96DD00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3" name="Rectangle 10">
              <a:extLst>
                <a:ext uri="{FF2B5EF4-FFF2-40B4-BE49-F238E27FC236}">
                  <a16:creationId xmlns:a16="http://schemas.microsoft.com/office/drawing/2014/main" id="{42C9A861-6332-4ADC-88F7-183765B2D793}"/>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4" name="Freeform 11">
              <a:extLst>
                <a:ext uri="{FF2B5EF4-FFF2-40B4-BE49-F238E27FC236}">
                  <a16:creationId xmlns:a16="http://schemas.microsoft.com/office/drawing/2014/main" id="{593BFC01-C985-4400-9F59-CA3E701AB845}"/>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5" name="Freeform 12">
              <a:extLst>
                <a:ext uri="{FF2B5EF4-FFF2-40B4-BE49-F238E27FC236}">
                  <a16:creationId xmlns:a16="http://schemas.microsoft.com/office/drawing/2014/main" id="{4A67BA7C-21CB-474A-9E6A-BCA082851A8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6" name="Freeform 13">
              <a:extLst>
                <a:ext uri="{FF2B5EF4-FFF2-40B4-BE49-F238E27FC236}">
                  <a16:creationId xmlns:a16="http://schemas.microsoft.com/office/drawing/2014/main" id="{315ADC0C-A127-4E52-A974-5D4D91506DA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7" name="Freeform 14">
              <a:extLst>
                <a:ext uri="{FF2B5EF4-FFF2-40B4-BE49-F238E27FC236}">
                  <a16:creationId xmlns:a16="http://schemas.microsoft.com/office/drawing/2014/main" id="{71ADF477-53BF-4770-AA08-07332CAF6A7B}"/>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grpSp>
    </p:spTree>
    <p:extLst>
      <p:ext uri="{BB962C8B-B14F-4D97-AF65-F5344CB8AC3E}">
        <p14:creationId xmlns:p14="http://schemas.microsoft.com/office/powerpoint/2010/main" val="4021258730"/>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ubtitle, 4 columns">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835639" y="2403687"/>
            <a:ext cx="2292456" cy="2632934"/>
          </a:xfrm>
          <a:prstGeom prst="rect">
            <a:avLst/>
          </a:prstGeom>
        </p:spPr>
        <p:txBody>
          <a:bodyPr lIns="0" rIns="0">
            <a:noAutofit/>
          </a:bodyPr>
          <a:lstStyle>
            <a:lvl1pPr marL="0" indent="0" algn="l">
              <a:buFontTx/>
              <a:buNone/>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1pPr>
            <a:lvl2pPr marL="1397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2pPr>
            <a:lvl3pPr marL="3048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3pPr>
            <a:lvl4pPr marL="4699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4pPr>
            <a:lvl5pPr marL="635000" indent="-139700" algn="l">
              <a:buClrTx/>
              <a:buSzPct val="100000"/>
              <a:buFont typeface="Arial" panose="020B0604020202020204" pitchFamily="34" charset="0"/>
              <a:buChar char="−"/>
              <a:tabLst>
                <a:tab pos="5029200" algn="r"/>
              </a:tabLst>
              <a:defRPr b="0" i="0" baseline="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1">
            <a:extLst>
              <a:ext uri="{FF2B5EF4-FFF2-40B4-BE49-F238E27FC236}">
                <a16:creationId xmlns:a16="http://schemas.microsoft.com/office/drawing/2014/main" id="{24D326FF-AE7C-9AB5-3C7E-0CF62E0237E7}"/>
              </a:ext>
            </a:extLst>
          </p:cNvPr>
          <p:cNvSpPr>
            <a:spLocks noGrp="1"/>
          </p:cNvSpPr>
          <p:nvPr>
            <p:ph type="title" hasCustomPrompt="1"/>
          </p:nvPr>
        </p:nvSpPr>
        <p:spPr>
          <a:xfrm>
            <a:off x="501650" y="317501"/>
            <a:ext cx="10356850" cy="330200"/>
          </a:xfrm>
          <a:prstGeom prst="rect">
            <a:avLst/>
          </a:prstGeom>
        </p:spPr>
        <p:txBody>
          <a:bodyPr vert="horz" lIns="0" tIns="0" rIns="0" bIns="0" rtlCol="0" anchor="t" anchorCtr="0">
            <a:noAutofit/>
          </a:bodyPr>
          <a:lstStyle>
            <a:lvl1pP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
        <p:nvSpPr>
          <p:cNvPr id="5" name="Text Placeholder 8">
            <a:extLst>
              <a:ext uri="{FF2B5EF4-FFF2-40B4-BE49-F238E27FC236}">
                <a16:creationId xmlns:a16="http://schemas.microsoft.com/office/drawing/2014/main" id="{63928FDE-49CA-3512-9A13-668759DF00BF}"/>
              </a:ext>
            </a:extLst>
          </p:cNvPr>
          <p:cNvSpPr>
            <a:spLocks noGrp="1"/>
          </p:cNvSpPr>
          <p:nvPr>
            <p:ph type="body" sz="quarter" idx="13" hasCustomPrompt="1"/>
          </p:nvPr>
        </p:nvSpPr>
        <p:spPr>
          <a:xfrm>
            <a:off x="501650" y="717412"/>
            <a:ext cx="10356850" cy="691443"/>
          </a:xfrm>
          <a:prstGeom prst="rect">
            <a:avLst/>
          </a:prstGeom>
        </p:spPr>
        <p:txBody>
          <a:bodyPr lIns="0" tIns="0" rIns="0" bIns="0">
            <a:noAutofit/>
          </a:bodyPr>
          <a:lstStyle>
            <a:lvl1pPr marL="0" indent="0">
              <a:buNone/>
              <a:defRPr sz="1200" b="0">
                <a:solidFill>
                  <a:schemeClr val="tx2"/>
                </a:solidFill>
              </a:defRPr>
            </a:lvl1pPr>
          </a:lstStyle>
          <a:p>
            <a:pPr lvl="0"/>
            <a:r>
              <a:rPr lang="en-US"/>
              <a:t>Click to add subtitle</a:t>
            </a:r>
          </a:p>
        </p:txBody>
      </p:sp>
      <p:sp>
        <p:nvSpPr>
          <p:cNvPr id="10" name="Content Placeholder 3">
            <a:extLst>
              <a:ext uri="{FF2B5EF4-FFF2-40B4-BE49-F238E27FC236}">
                <a16:creationId xmlns:a16="http://schemas.microsoft.com/office/drawing/2014/main" id="{FB267EDB-21C0-8721-F73D-676D88507660}"/>
              </a:ext>
            </a:extLst>
          </p:cNvPr>
          <p:cNvSpPr>
            <a:spLocks noGrp="1"/>
          </p:cNvSpPr>
          <p:nvPr>
            <p:ph sz="quarter" idx="14"/>
          </p:nvPr>
        </p:nvSpPr>
        <p:spPr>
          <a:xfrm>
            <a:off x="3543213" y="2403687"/>
            <a:ext cx="2292456" cy="2632934"/>
          </a:xfrm>
          <a:prstGeom prst="rect">
            <a:avLst/>
          </a:prstGeom>
        </p:spPr>
        <p:txBody>
          <a:bodyPr lIns="0" rIns="0">
            <a:noAutofit/>
          </a:bodyPr>
          <a:lstStyle>
            <a:lvl1pPr marL="0" indent="0" algn="l">
              <a:buFontTx/>
              <a:buNone/>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1pPr>
            <a:lvl2pPr marL="1397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2pPr>
            <a:lvl3pPr marL="3048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3pPr>
            <a:lvl4pPr marL="4699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4pPr>
            <a:lvl5pPr marL="635000" indent="-139700" algn="l">
              <a:buClrTx/>
              <a:buSzPct val="100000"/>
              <a:buFont typeface="Arial" panose="020B0604020202020204" pitchFamily="34" charset="0"/>
              <a:buChar char="−"/>
              <a:tabLst>
                <a:tab pos="5029200" algn="r"/>
              </a:tabLst>
              <a:defRPr b="0" i="0" baseline="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Placeholder 3">
            <a:extLst>
              <a:ext uri="{FF2B5EF4-FFF2-40B4-BE49-F238E27FC236}">
                <a16:creationId xmlns:a16="http://schemas.microsoft.com/office/drawing/2014/main" id="{BE8A0397-6296-B3FC-2C03-DE7F99D6708F}"/>
              </a:ext>
            </a:extLst>
          </p:cNvPr>
          <p:cNvSpPr>
            <a:spLocks noGrp="1"/>
          </p:cNvSpPr>
          <p:nvPr>
            <p:ph sz="quarter" idx="15"/>
          </p:nvPr>
        </p:nvSpPr>
        <p:spPr>
          <a:xfrm>
            <a:off x="6250788" y="2403687"/>
            <a:ext cx="2292456" cy="2632934"/>
          </a:xfrm>
          <a:prstGeom prst="rect">
            <a:avLst/>
          </a:prstGeom>
        </p:spPr>
        <p:txBody>
          <a:bodyPr lIns="0" rIns="0">
            <a:noAutofit/>
          </a:bodyPr>
          <a:lstStyle>
            <a:lvl1pPr marL="0" indent="0" algn="l">
              <a:buFontTx/>
              <a:buNone/>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1pPr>
            <a:lvl2pPr marL="1397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2pPr>
            <a:lvl3pPr marL="3048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3pPr>
            <a:lvl4pPr marL="4699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4pPr>
            <a:lvl5pPr marL="635000" indent="-139700" algn="l">
              <a:buClrTx/>
              <a:buSzPct val="100000"/>
              <a:buFont typeface="Arial" panose="020B0604020202020204" pitchFamily="34" charset="0"/>
              <a:buChar char="−"/>
              <a:tabLst>
                <a:tab pos="5029200" algn="r"/>
              </a:tabLst>
              <a:defRPr b="0" i="0" baseline="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Placeholder 3">
            <a:extLst>
              <a:ext uri="{FF2B5EF4-FFF2-40B4-BE49-F238E27FC236}">
                <a16:creationId xmlns:a16="http://schemas.microsoft.com/office/drawing/2014/main" id="{BE0C8ABF-2AE7-6082-F25B-9706DF4CB941}"/>
              </a:ext>
            </a:extLst>
          </p:cNvPr>
          <p:cNvSpPr>
            <a:spLocks noGrp="1"/>
          </p:cNvSpPr>
          <p:nvPr>
            <p:ph sz="quarter" idx="16"/>
          </p:nvPr>
        </p:nvSpPr>
        <p:spPr>
          <a:xfrm>
            <a:off x="8958362" y="2403687"/>
            <a:ext cx="2292456" cy="2632934"/>
          </a:xfrm>
          <a:prstGeom prst="rect">
            <a:avLst/>
          </a:prstGeom>
        </p:spPr>
        <p:txBody>
          <a:bodyPr lIns="0" rIns="0">
            <a:noAutofit/>
          </a:bodyPr>
          <a:lstStyle>
            <a:lvl1pPr marL="0" indent="0" algn="l">
              <a:buFontTx/>
              <a:buNone/>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1pPr>
            <a:lvl2pPr marL="1397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2pPr>
            <a:lvl3pPr marL="3048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3pPr>
            <a:lvl4pPr marL="469900" indent="-139700" algn="l">
              <a:buClrTx/>
              <a:buSzPct val="100000"/>
              <a:buFont typeface="Arial" panose="020B0604020202020204" pitchFamily="34" charset="0"/>
              <a:buChar char="◦"/>
              <a:tabLst>
                <a:tab pos="5029200" algn="r"/>
              </a:tabLst>
              <a:defRPr b="0" i="0">
                <a:latin typeface="Open Sans Light" panose="020B0306030504020204" pitchFamily="34" charset="0"/>
                <a:ea typeface="Open Sans Light" panose="020B0306030504020204" pitchFamily="34" charset="0"/>
                <a:cs typeface="Open Sans Light" panose="020B0306030504020204" pitchFamily="34" charset="0"/>
              </a:defRPr>
            </a:lvl4pPr>
            <a:lvl5pPr marL="635000" indent="-139700" algn="l">
              <a:buClrTx/>
              <a:buSzPct val="100000"/>
              <a:buFont typeface="Arial" panose="020B0604020202020204" pitchFamily="34" charset="0"/>
              <a:buChar char="−"/>
              <a:tabLst>
                <a:tab pos="5029200" algn="r"/>
              </a:tabLst>
              <a:defRPr b="0" i="0" baseline="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Picture Placeholder 15">
            <a:extLst>
              <a:ext uri="{FF2B5EF4-FFF2-40B4-BE49-F238E27FC236}">
                <a16:creationId xmlns:a16="http://schemas.microsoft.com/office/drawing/2014/main" id="{979ECF92-7282-C9E0-0D8F-614229047C76}"/>
              </a:ext>
            </a:extLst>
          </p:cNvPr>
          <p:cNvSpPr>
            <a:spLocks noGrp="1"/>
          </p:cNvSpPr>
          <p:nvPr>
            <p:ph type="pic" sz="quarter" idx="17" hasCustomPrompt="1"/>
          </p:nvPr>
        </p:nvSpPr>
        <p:spPr>
          <a:xfrm>
            <a:off x="0" y="5336128"/>
            <a:ext cx="12192000" cy="695325"/>
          </a:xfrm>
        </p:spPr>
        <p:txBody>
          <a:bodyPr anchor="ctr"/>
          <a:lstStyle>
            <a:lvl1pPr algn="ctr">
              <a:defRPr/>
            </a:lvl1pPr>
          </a:lstStyle>
          <a:p>
            <a:r>
              <a:rPr lang="en-US" dirty="0"/>
              <a:t>d</a:t>
            </a:r>
          </a:p>
        </p:txBody>
      </p:sp>
    </p:spTree>
    <p:extLst>
      <p:ext uri="{BB962C8B-B14F-4D97-AF65-F5344CB8AC3E}">
        <p14:creationId xmlns:p14="http://schemas.microsoft.com/office/powerpoint/2010/main" val="3332663640"/>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7_Divider - Deloitte Accessible Green">
    <p:bg bwMode="gray">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C68CDBD-2D93-7BE4-7FEA-BBD0C02C1BA0}"/>
              </a:ext>
            </a:extLst>
          </p:cNvPr>
          <p:cNvSpPr>
            <a:spLocks noGrp="1"/>
          </p:cNvSpPr>
          <p:nvPr>
            <p:ph type="title" hasCustomPrompt="1"/>
          </p:nvPr>
        </p:nvSpPr>
        <p:spPr>
          <a:xfrm>
            <a:off x="5358984" y="304800"/>
            <a:ext cx="6476262" cy="342900"/>
          </a:xfrm>
        </p:spPr>
        <p:txBody>
          <a:bodyPr/>
          <a:lstStyle>
            <a:lvl1pP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This is a case study</a:t>
            </a:r>
            <a:endParaRPr lang="en-GB"/>
          </a:p>
        </p:txBody>
      </p:sp>
      <p:sp>
        <p:nvSpPr>
          <p:cNvPr id="8" name="Text Placeholder 8">
            <a:extLst>
              <a:ext uri="{FF2B5EF4-FFF2-40B4-BE49-F238E27FC236}">
                <a16:creationId xmlns:a16="http://schemas.microsoft.com/office/drawing/2014/main" id="{44656FF1-E990-ECCC-C277-FD5EBA28ED9A}"/>
              </a:ext>
            </a:extLst>
          </p:cNvPr>
          <p:cNvSpPr>
            <a:spLocks noGrp="1"/>
          </p:cNvSpPr>
          <p:nvPr>
            <p:ph type="body" sz="quarter" idx="13" hasCustomPrompt="1"/>
          </p:nvPr>
        </p:nvSpPr>
        <p:spPr>
          <a:xfrm>
            <a:off x="5358984" y="679881"/>
            <a:ext cx="6476261" cy="757255"/>
          </a:xfrm>
          <a:prstGeom prst="rect">
            <a:avLst/>
          </a:prstGeom>
        </p:spPr>
        <p:txBody>
          <a:bodyPr vert="horz" lIns="0" tIns="0" rIns="0" bIns="0" rtlCol="0">
            <a:noAutofit/>
          </a:bodyPr>
          <a:lstStyle>
            <a:lvl1pPr>
              <a:defRPr lang="en-US" dirty="0">
                <a:solidFill>
                  <a:schemeClr val="tx2"/>
                </a:solidFill>
              </a:defRPr>
            </a:lvl1pPr>
          </a:lstStyle>
          <a:p>
            <a:pPr lvl="0"/>
            <a:r>
              <a:rPr lang="en-US"/>
              <a:t>This is a case study subhead</a:t>
            </a:r>
          </a:p>
        </p:txBody>
      </p:sp>
      <p:sp>
        <p:nvSpPr>
          <p:cNvPr id="9" name="Text Placeholder 8">
            <a:extLst>
              <a:ext uri="{FF2B5EF4-FFF2-40B4-BE49-F238E27FC236}">
                <a16:creationId xmlns:a16="http://schemas.microsoft.com/office/drawing/2014/main" id="{B655FD1E-4DD0-729B-DA2B-F157D50325C9}"/>
              </a:ext>
            </a:extLst>
          </p:cNvPr>
          <p:cNvSpPr>
            <a:spLocks noGrp="1"/>
          </p:cNvSpPr>
          <p:nvPr>
            <p:ph type="body" sz="quarter" idx="17"/>
          </p:nvPr>
        </p:nvSpPr>
        <p:spPr>
          <a:xfrm>
            <a:off x="5358984" y="1496292"/>
            <a:ext cx="6476261" cy="4885458"/>
          </a:xfrm>
        </p:spPr>
        <p:txBody>
          <a:bodyPr>
            <a:noAutofit/>
          </a:bodyPr>
          <a:lstStyle>
            <a:lvl1pPr>
              <a:spcAft>
                <a:spcPts val="1000"/>
              </a:spcAft>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a:spcAft>
                <a:spcPts val="1000"/>
              </a:spcAft>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spcAft>
                <a:spcPts val="1000"/>
              </a:spcAft>
              <a:buNone/>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76400" indent="-176400">
              <a:spcAft>
                <a:spcPts val="1000"/>
              </a:spcAft>
              <a:buFont typeface="Arial" panose="020B0604020202020204" pitchFamily="34" charset="0"/>
              <a:buChar char="•"/>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356400" indent="-176400">
              <a:spcAft>
                <a:spcPts val="1000"/>
              </a:spcAft>
              <a:defRPr b="0" i="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1677716"/>
      </p:ext>
    </p:extLst>
  </p:cSld>
  <p:clrMapOvr>
    <a:masterClrMapping/>
  </p:clrMapOvr>
  <p:transition>
    <p:fade/>
  </p:transition>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 name="Footer Placeholder 1"/>
          <p:cNvSpPr>
            <a:spLocks noGrp="1"/>
          </p:cNvSpPr>
          <p:nvPr>
            <p:ph type="ftr" sz="quarter" idx="14"/>
          </p:nvPr>
        </p:nvSpPr>
        <p:spPr/>
        <p:txBody>
          <a:bodyPr/>
          <a:lstStyle/>
          <a:p>
            <a:r>
              <a:rPr lang="en-GB" dirty="0"/>
              <a:t>DORA UK Sales Toolkit Internal Only</a:t>
            </a:r>
          </a:p>
        </p:txBody>
      </p:sp>
    </p:spTree>
    <p:extLst>
      <p:ext uri="{BB962C8B-B14F-4D97-AF65-F5344CB8AC3E}">
        <p14:creationId xmlns:p14="http://schemas.microsoft.com/office/powerpoint/2010/main" val="258485509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320050389"/>
      </p:ext>
    </p:extLst>
  </p:cSld>
  <p:clrMapOvr>
    <a:masterClrMapping/>
  </p:clrMapOvr>
</p:sldLayout>
</file>

<file path=ppt/slideMasters/_rels/slideMaster1.xml.rels><?xml version="1.0" encoding="UTF-8"?><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oleObject" Target="../embeddings/oleObject1.bin"/><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4"/>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5" imgW="270" imgH="270" progId="TCLayout.ActiveDocument.1">
                  <p:embed/>
                </p:oleObj>
              </mc:Choice>
              <mc:Fallback>
                <p:oleObj name="think-cell Slide" r:id="rId35" imgW="270" imgH="270" progId="TCLayout.ActiveDocument.1">
                  <p:embed/>
                  <p:pic>
                    <p:nvPicPr>
                      <p:cNvPr id="4" name="Object 3" hidden="1"/>
                      <p:cNvPicPr/>
                      <p:nvPr/>
                    </p:nvPicPr>
                    <p:blipFill>
                      <a:blip r:embed="rId36"/>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0000" y="345664"/>
            <a:ext cx="11304000" cy="340136"/>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50000" y="1714500"/>
            <a:ext cx="11304000" cy="4648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Box 5">
            <a:extLst>
              <a:ext uri="{FF2B5EF4-FFF2-40B4-BE49-F238E27FC236}">
                <a16:creationId xmlns:a16="http://schemas.microsoft.com/office/drawing/2014/main" id="{DB0FB43B-1DFD-06E3-1D6C-EDB373CF2C39}"/>
              </a:ext>
            </a:extLst>
          </p:cNvPr>
          <p:cNvSpPr txBox="1"/>
          <p:nvPr userDrawn="1"/>
        </p:nvSpPr>
        <p:spPr>
          <a:xfrm>
            <a:off x="11382377" y="6534155"/>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tx1"/>
              </a:solidFill>
              <a:latin typeface="Calibri" panose="020F0502020204030204" pitchFamily="34" charset="0"/>
              <a:cs typeface="Calibri" panose="020F0502020204030204" pitchFamily="34" charset="0"/>
            </a:endParaRPr>
          </a:p>
        </p:txBody>
      </p:sp>
      <p:sp>
        <p:nvSpPr>
          <p:cNvPr id="7" name="CaseCode">
            <a:extLst>
              <a:ext uri="{FF2B5EF4-FFF2-40B4-BE49-F238E27FC236}">
                <a16:creationId xmlns:a16="http://schemas.microsoft.com/office/drawing/2014/main" id="{BB47D274-1453-A644-7274-AB8DF9AC2AB8}"/>
              </a:ext>
            </a:extLst>
          </p:cNvPr>
          <p:cNvSpPr txBox="1"/>
          <p:nvPr userDrawn="1"/>
        </p:nvSpPr>
        <p:spPr>
          <a:xfrm>
            <a:off x="6335184" y="6519673"/>
            <a:ext cx="4896560" cy="12311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b="0" dirty="0">
                <a:solidFill>
                  <a:schemeClr val="tx1"/>
                </a:solidFill>
                <a:latin typeface="Calibri Light"/>
                <a:ea typeface="Open Sans"/>
                <a:cs typeface="Calibri Light"/>
              </a:rPr>
              <a:t>Capstone 2024 – Student Response Template</a:t>
            </a:r>
          </a:p>
        </p:txBody>
      </p:sp>
      <p:sp>
        <p:nvSpPr>
          <p:cNvPr id="3" name="Copyright">
            <a:extLst>
              <a:ext uri="{FF2B5EF4-FFF2-40B4-BE49-F238E27FC236}">
                <a16:creationId xmlns:a16="http://schemas.microsoft.com/office/drawing/2014/main" id="{58AB1AAF-7221-F052-D55D-9BFD8604E41A}"/>
              </a:ext>
            </a:extLst>
          </p:cNvPr>
          <p:cNvSpPr txBox="1"/>
          <p:nvPr userDrawn="1"/>
        </p:nvSpPr>
        <p:spPr>
          <a:xfrm>
            <a:off x="442913" y="654621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Calibri" panose="020F0502020204030204" pitchFamily="34" charset="0"/>
                <a:cs typeface="Calibri" panose="020F0502020204030204" pitchFamily="34" charset="0"/>
              </a:rPr>
              <a:t>Copyright © 2024 Deloitte Development LLC. All rights reserved.</a:t>
            </a:r>
          </a:p>
        </p:txBody>
      </p:sp>
    </p:spTree>
    <p:extLst>
      <p:ext uri="{BB962C8B-B14F-4D97-AF65-F5344CB8AC3E}">
        <p14:creationId xmlns:p14="http://schemas.microsoft.com/office/powerpoint/2010/main" val="26512843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transition>
    <p:fade/>
  </p:transition>
  <p:hf hdr="0" dt="0"/>
  <p:txStyles>
    <p:titleStyle>
      <a:lvl1pPr algn="l" defTabSz="6858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mn-lt"/>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mj-lt"/>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mn-lt"/>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mn-lt"/>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08">
          <p15:clr>
            <a:srgbClr val="F26B43"/>
          </p15:clr>
        </p15:guide>
        <p15:guide id="49" orient="horz" pos="432">
          <p15:clr>
            <a:srgbClr val="F26B43"/>
          </p15:clr>
        </p15:guide>
        <p15:guide id="68" orient="horz" pos="4104">
          <p15:clr>
            <a:srgbClr val="F26B43"/>
          </p15:clr>
        </p15:guide>
        <p15:guide id="70" orient="horz" pos="1071">
          <p15:clr>
            <a:srgbClr val="F26B43"/>
          </p15:clr>
        </p15:guide>
        <p15:guide id="71" orient="horz" pos="216">
          <p15:clr>
            <a:srgbClr val="F26B43"/>
          </p15:clr>
        </p15:guide>
        <p15:guide id="72" pos="3840">
          <p15:clr>
            <a:srgbClr val="F26B43"/>
          </p15:clr>
        </p15:guide>
        <p15:guide id="73" pos="3931">
          <p15:clr>
            <a:srgbClr val="F26B43"/>
          </p15:clr>
        </p15:guide>
        <p15:guide id="74" pos="279">
          <p15:clr>
            <a:srgbClr val="F26B43"/>
          </p15:clr>
        </p15:guide>
        <p15:guide id="76" pos="3749">
          <p15:clr>
            <a:srgbClr val="F26B43"/>
          </p15:clr>
        </p15:guide>
        <p15:guide id="84" pos="7401">
          <p15:clr>
            <a:srgbClr val="F26B43"/>
          </p15:clr>
        </p15:guide>
      </p15:sldGuideLst>
    </p:ext>
  </p:extLst>
</p:sldMaster>
</file>

<file path=ppt/slides/_rels/slide1.xml.rels><?xml version="1.0" encoding="UTF-8"?><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xml.rels><?xml version="1.0" encoding="UTF-8"?><Relationships xmlns="http://schemas.openxmlformats.org/package/2006/relationships"><Relationship Id="rId3" Type="http://schemas.openxmlformats.org/officeDocument/2006/relationships/hyperlink" Target="mailto:singh.suryanshi101@gmail.com" TargetMode="External"/><Relationship Id="rId2" Type="http://schemas.openxmlformats.org/officeDocument/2006/relationships/image" Target="../media/image5.emf"/><Relationship Id="rId1" Type="http://schemas.openxmlformats.org/officeDocument/2006/relationships/slideLayout" Target="../slideLayouts/slideLayout1.xml"/><Relationship Id="rId6" Type="http://schemas.openxmlformats.org/officeDocument/2006/relationships/hyperlink" Target="mailto:yashmaheshwari8983@gmail.com" TargetMode="External"/><Relationship Id="rId5" Type="http://schemas.openxmlformats.org/officeDocument/2006/relationships/hyperlink" Target="mailto:yash.msr1002@gmail.com" TargetMode="External"/><Relationship Id="rId4" Type="http://schemas.openxmlformats.org/officeDocument/2006/relationships/hyperlink" Target="mailto:shivansht2005@gmail.com" TargetMode="External"/></Relationships>
</file>

<file path=ppt/slides/_rels/slide3.xml.rels><?xml version="1.0" encoding="UTF-8"?><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8" Type="http://schemas.openxmlformats.org/officeDocument/2006/relationships/customXml" Target="../ink/ink3.xml"/><Relationship Id="rId3" Type="http://schemas.openxmlformats.org/officeDocument/2006/relationships/hyperlink" Target="http://www.deloitte.com/about" TargetMode="External"/><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32.xml"/><Relationship Id="rId6" Type="http://schemas.openxmlformats.org/officeDocument/2006/relationships/customXml" Target="../ink/ink2.xml"/><Relationship Id="rId5" Type="http://schemas.openxmlformats.org/officeDocument/2006/relationships/image" Target="../media/image71.png"/><Relationship Id="rId4" Type="http://schemas.openxmlformats.org/officeDocument/2006/relationships/customXml" Target="../ink/ink1.xml"/><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349D93CB-64DB-E058-A85B-1A5E1FCD8BCC}"/>
              </a:ext>
            </a:extLst>
          </p:cNvPr>
          <p:cNvSpPr txBox="1">
            <a:spLocks/>
          </p:cNvSpPr>
          <p:nvPr/>
        </p:nvSpPr>
        <p:spPr bwMode="gray">
          <a:xfrm>
            <a:off x="450484" y="5461001"/>
            <a:ext cx="4466956" cy="439286"/>
          </a:xfrm>
          <a:prstGeom prst="rect">
            <a:avLst/>
          </a:prstGeom>
        </p:spPr>
        <p:txBody>
          <a:bodyPr vert="horz" lIns="0" tIns="0" rIns="0" bIns="0" rtlCol="0" anchor="t" anchorCtr="0">
            <a:noAutofit/>
          </a:bodyPr>
          <a:lstStyle>
            <a:lvl1pPr algn="l" defTabSz="685800" rtl="0" eaLnBrk="1" latinLnBrk="0" hangingPunct="1">
              <a:lnSpc>
                <a:spcPts val="3200"/>
              </a:lnSpc>
              <a:spcBef>
                <a:spcPct val="0"/>
              </a:spcBef>
              <a:buNone/>
              <a:defRPr sz="3200" b="0" kern="120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pPr marL="0" marR="0" lvl="0" indent="0" algn="l" defTabSz="685800" rtl="0" eaLnBrk="1" fontAlgn="auto" latinLnBrk="0" hangingPunct="1">
              <a:lnSpc>
                <a:spcPts val="34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92D050"/>
                </a:solidFill>
                <a:effectLst/>
                <a:uLnTx/>
                <a:uFillTx/>
                <a:latin typeface="Calibri"/>
                <a:ea typeface="Open Sans Semibold" panose="020B0706030804020204" pitchFamily="34" charset="0"/>
                <a:cs typeface="Open Sans Semibold" panose="020B0706030804020204" pitchFamily="34" charset="0"/>
              </a:rPr>
              <a:t xml:space="preserve">Capstone 2026 </a:t>
            </a:r>
            <a:r>
              <a:rPr kumimoji="0" lang="en-US" sz="2400" b="0" i="0" u="none" strike="noStrike" kern="1200" cap="none" spc="0" normalizeH="0" baseline="0" noProof="0" dirty="0">
                <a:ln>
                  <a:noFill/>
                </a:ln>
                <a:solidFill>
                  <a:srgbClr val="FFFFFF"/>
                </a:solidFill>
                <a:effectLst/>
                <a:uLnTx/>
                <a:uFillTx/>
                <a:latin typeface="Calibri"/>
                <a:ea typeface="Open Sans Semibold" panose="020B0706030804020204" pitchFamily="34" charset="0"/>
                <a:cs typeface="Open Sans Semibold" panose="020B0706030804020204" pitchFamily="34" charset="0"/>
              </a:rPr>
              <a:t>–</a:t>
            </a:r>
          </a:p>
        </p:txBody>
      </p:sp>
      <p:sp>
        <p:nvSpPr>
          <p:cNvPr id="9" name="Text Placeholder 1">
            <a:extLst>
              <a:ext uri="{FF2B5EF4-FFF2-40B4-BE49-F238E27FC236}">
                <a16:creationId xmlns:a16="http://schemas.microsoft.com/office/drawing/2014/main" id="{809167F9-051B-3E27-49C6-B773C3A69084}"/>
              </a:ext>
            </a:extLst>
          </p:cNvPr>
          <p:cNvSpPr txBox="1">
            <a:spLocks/>
          </p:cNvSpPr>
          <p:nvPr/>
        </p:nvSpPr>
        <p:spPr>
          <a:xfrm>
            <a:off x="450484" y="6226175"/>
            <a:ext cx="3898311" cy="273050"/>
          </a:xfrm>
          <a:prstGeom prst="rect">
            <a:avLst/>
          </a:prstGeom>
        </p:spPr>
        <p:txBody>
          <a:bodyPr vert="horz" lIns="0" tIns="0" rIns="0" bIns="0" rtlCol="0" anchor="b">
            <a:noAutofit/>
          </a:bodyPr>
          <a:lstStyle>
            <a:lvl1pPr marL="0" indent="0" algn="l" defTabSz="685800" rtl="0" eaLnBrk="1" latinLnBrk="0" hangingPunct="1">
              <a:spcBef>
                <a:spcPts val="0"/>
              </a:spcBef>
              <a:spcAft>
                <a:spcPts val="0"/>
              </a:spcAft>
              <a:buSzPct val="100000"/>
              <a:buFontTx/>
              <a:buNone/>
              <a:defRPr sz="1400" b="1" kern="1200">
                <a:solidFill>
                  <a:schemeClr val="bg1"/>
                </a:solidFill>
                <a:latin typeface="Calibri" panose="020F0502020204030204" pitchFamily="34" charset="0"/>
                <a:ea typeface="+mn-ea"/>
                <a:cs typeface="Calibri" panose="020F05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a:solidFill>
                  <a:schemeClr val="bg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a:solidFill>
                  <a:schemeClr val="bg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a:solidFill>
                  <a:schemeClr val="bg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a:solidFill>
                  <a:schemeClr val="bg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Pct val="100000"/>
              <a:buFontTx/>
              <a:buNone/>
              <a:tabLst/>
              <a:defRPr/>
            </a:pPr>
            <a:endParaRPr kumimoji="0" lang="en-US" sz="1200" b="1" i="0" u="none" strike="noStrike" kern="1200" cap="none" spc="0" normalizeH="0" baseline="0" noProof="0" dirty="0">
              <a:ln>
                <a:noFill/>
              </a:ln>
              <a:solidFill>
                <a:srgbClr val="FFFFFF"/>
              </a:solidFill>
              <a:effectLst/>
              <a:uLnTx/>
              <a:uFillTx/>
              <a:latin typeface="Calibri"/>
              <a:ea typeface="Open Sans" panose="020B0606030504020204" pitchFamily="34" charset="0"/>
              <a:cs typeface="Open Sans" panose="020B0606030504020204" pitchFamily="34" charset="0"/>
            </a:endParaRPr>
          </a:p>
          <a:p>
            <a:pPr marL="0" marR="0" lvl="0" indent="0" algn="l" defTabSz="685800" rtl="0" eaLnBrk="1" fontAlgn="auto" latinLnBrk="0" hangingPunct="1">
              <a:lnSpc>
                <a:spcPct val="100000"/>
              </a:lnSpc>
              <a:spcBef>
                <a:spcPts val="0"/>
              </a:spcBef>
              <a:spcAft>
                <a:spcPts val="0"/>
              </a:spcAft>
              <a:buClrTx/>
              <a:buSzPct val="100000"/>
              <a:buFontTx/>
              <a:buNone/>
              <a:tabLst/>
              <a:defRPr/>
            </a:pPr>
            <a:r>
              <a:rPr kumimoji="0" lang="en-US" sz="1200" b="1" i="0" u="none" strike="noStrike" kern="1200" cap="none" spc="0" normalizeH="0" baseline="0" noProof="0" dirty="0">
                <a:ln>
                  <a:noFill/>
                </a:ln>
                <a:solidFill>
                  <a:srgbClr val="FFFFFF"/>
                </a:solidFill>
                <a:effectLst/>
                <a:uLnTx/>
                <a:uFillTx/>
                <a:latin typeface="Calibri"/>
                <a:ea typeface="Open Sans" panose="020B0606030504020204" pitchFamily="34" charset="0"/>
                <a:cs typeface="Open Sans" panose="020B0606030504020204" pitchFamily="34" charset="0"/>
              </a:rPr>
              <a:t>June 30, 2026</a:t>
            </a:r>
          </a:p>
        </p:txBody>
      </p:sp>
      <p:pic>
        <p:nvPicPr>
          <p:cNvPr id="4" name="Picture 3" descr="A colorful circles on a black background  Description automatically generated">
            <a:extLst>
              <a:ext uri="{FF2B5EF4-FFF2-40B4-BE49-F238E27FC236}">
                <a16:creationId xmlns:a16="http://schemas.microsoft.com/office/drawing/2014/main" id="{843375D2-B59A-1B82-E706-DC5A811FA463}"/>
              </a:ext>
            </a:extLst>
          </p:cNvPr>
          <p:cNvPicPr>
            <a:picLocks noChangeAspect="1"/>
          </p:cNvPicPr>
          <p:nvPr/>
        </p:nvPicPr>
        <p:blipFill>
          <a:blip r:embed="rId2"/>
          <a:stretch>
            <a:fillRect/>
          </a:stretch>
        </p:blipFill>
        <p:spPr>
          <a:xfrm>
            <a:off x="5900287" y="833661"/>
            <a:ext cx="5180019" cy="5190677"/>
          </a:xfrm>
          <a:prstGeom prst="rect">
            <a:avLst/>
          </a:prstGeom>
        </p:spPr>
      </p:pic>
      <p:sp>
        <p:nvSpPr>
          <p:cNvPr id="6" name="TextBox 5">
            <a:extLst>
              <a:ext uri="{FF2B5EF4-FFF2-40B4-BE49-F238E27FC236}">
                <a16:creationId xmlns:a16="http://schemas.microsoft.com/office/drawing/2014/main" id="{E70F84BE-5E21-2935-C52E-B20C0D91D60A}"/>
              </a:ext>
            </a:extLst>
          </p:cNvPr>
          <p:cNvSpPr txBox="1"/>
          <p:nvPr/>
        </p:nvSpPr>
        <p:spPr>
          <a:xfrm>
            <a:off x="363353" y="5784208"/>
            <a:ext cx="6097604" cy="480260"/>
          </a:xfrm>
          <a:prstGeom prst="rect">
            <a:avLst/>
          </a:prstGeom>
          <a:noFill/>
        </p:spPr>
        <p:txBody>
          <a:bodyPr wrap="square">
            <a:spAutoFit/>
          </a:bodyPr>
          <a:lstStyle/>
          <a:p>
            <a:pPr marL="0" marR="0" lvl="0" indent="0" algn="l" defTabSz="685800" rtl="0" eaLnBrk="1" fontAlgn="auto" latinLnBrk="0" hangingPunct="1">
              <a:lnSpc>
                <a:spcPts val="3400"/>
              </a:lnSpc>
              <a:spcBef>
                <a:spcPct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a:ea typeface="Open Sans Semibold" panose="020B0706030804020204" pitchFamily="34" charset="0"/>
                <a:cs typeface="Open Sans Semibold" panose="020B0706030804020204" pitchFamily="34" charset="0"/>
              </a:rPr>
              <a:t>Student Response Template</a:t>
            </a:r>
          </a:p>
        </p:txBody>
      </p:sp>
    </p:spTree>
    <p:extLst>
      <p:ext uri="{BB962C8B-B14F-4D97-AF65-F5344CB8AC3E}">
        <p14:creationId xmlns:p14="http://schemas.microsoft.com/office/powerpoint/2010/main" val="120871888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6F08FA5-1DFC-1357-B43F-D85E78541C37}"/>
              </a:ext>
            </a:extLst>
          </p:cNvPr>
          <p:cNvSpPr>
            <a:spLocks noGrp="1"/>
          </p:cNvSpPr>
          <p:nvPr>
            <p:ph type="body" sz="quarter" idx="10"/>
          </p:nvPr>
        </p:nvSpPr>
        <p:spPr>
          <a:xfrm>
            <a:off x="476141" y="6660850"/>
            <a:ext cx="4490721" cy="180000"/>
          </a:xfrm>
        </p:spPr>
        <p:txBody>
          <a:bodyPr/>
          <a:lstStyle/>
          <a:p>
            <a:r>
              <a:rPr lang="en-US" sz="800" b="0" dirty="0">
                <a:ea typeface="Calibri" panose="020F0502020204030204" pitchFamily="34" charset="0"/>
              </a:rPr>
              <a:t>Copyright © 2026 Deloitte Development LLC. All rights reserved.</a:t>
            </a:r>
          </a:p>
        </p:txBody>
      </p:sp>
      <p:graphicFrame>
        <p:nvGraphicFramePr>
          <p:cNvPr id="7" name="Table 6">
            <a:extLst>
              <a:ext uri="{FF2B5EF4-FFF2-40B4-BE49-F238E27FC236}">
                <a16:creationId xmlns:a16="http://schemas.microsoft.com/office/drawing/2014/main" id="{355B03F0-D0EC-7E63-4882-770D02685AEF}"/>
              </a:ext>
            </a:extLst>
          </p:cNvPr>
          <p:cNvGraphicFramePr>
            <a:graphicFrameLocks noGrp="1"/>
          </p:cNvGraphicFramePr>
          <p:nvPr>
            <p:extLst>
              <p:ext uri="{D42A27DB-BD31-4B8C-83A1-F6EECF244321}">
                <p14:modId xmlns:p14="http://schemas.microsoft.com/office/powerpoint/2010/main" val="1164558585"/>
              </p:ext>
            </p:extLst>
          </p:nvPr>
        </p:nvGraphicFramePr>
        <p:xfrm>
          <a:off x="29421" y="1905622"/>
          <a:ext cx="12076440" cy="4940549"/>
        </p:xfrm>
        <a:graphic>
          <a:graphicData uri="http://schemas.openxmlformats.org/drawingml/2006/table">
            <a:tbl>
              <a:tblPr>
                <a:tableStyleId>{0E3FDE45-AF77-4B5C-9715-49D594BDF05E}</a:tableStyleId>
              </a:tblPr>
              <a:tblGrid>
                <a:gridCol w="1348204">
                  <a:extLst>
                    <a:ext uri="{9D8B030D-6E8A-4147-A177-3AD203B41FA5}">
                      <a16:colId xmlns:a16="http://schemas.microsoft.com/office/drawing/2014/main" val="1557693294"/>
                    </a:ext>
                  </a:extLst>
                </a:gridCol>
                <a:gridCol w="267403">
                  <a:extLst>
                    <a:ext uri="{9D8B030D-6E8A-4147-A177-3AD203B41FA5}">
                      <a16:colId xmlns:a16="http://schemas.microsoft.com/office/drawing/2014/main" val="4036285784"/>
                    </a:ext>
                  </a:extLst>
                </a:gridCol>
                <a:gridCol w="115686">
                  <a:extLst>
                    <a:ext uri="{9D8B030D-6E8A-4147-A177-3AD203B41FA5}">
                      <a16:colId xmlns:a16="http://schemas.microsoft.com/office/drawing/2014/main" val="3779621513"/>
                    </a:ext>
                  </a:extLst>
                </a:gridCol>
                <a:gridCol w="3307253">
                  <a:extLst>
                    <a:ext uri="{9D8B030D-6E8A-4147-A177-3AD203B41FA5}">
                      <a16:colId xmlns:a16="http://schemas.microsoft.com/office/drawing/2014/main" val="927400850"/>
                    </a:ext>
                  </a:extLst>
                </a:gridCol>
                <a:gridCol w="6352094">
                  <a:extLst>
                    <a:ext uri="{9D8B030D-6E8A-4147-A177-3AD203B41FA5}">
                      <a16:colId xmlns:a16="http://schemas.microsoft.com/office/drawing/2014/main" val="3562290"/>
                    </a:ext>
                  </a:extLst>
                </a:gridCol>
                <a:gridCol w="685800">
                  <a:extLst>
                    <a:ext uri="{9D8B030D-6E8A-4147-A177-3AD203B41FA5}">
                      <a16:colId xmlns:a16="http://schemas.microsoft.com/office/drawing/2014/main" val="3063779762"/>
                    </a:ext>
                  </a:extLst>
                </a:gridCol>
              </a:tblGrid>
              <a:tr h="224897">
                <a:tc gridSpan="3">
                  <a:txBody>
                    <a:bodyPr/>
                    <a:lstStyle/>
                    <a:p>
                      <a:pPr marL="91440" algn="l" defTabSz="685800" rtl="0" eaLnBrk="1" fontAlgn="b" latinLnBrk="0" hangingPunct="1">
                        <a:lnSpc>
                          <a:spcPct val="100000"/>
                        </a:lnSpc>
                      </a:pPr>
                      <a:r>
                        <a:rPr lang="en-US" sz="800" b="1" u="none" strike="noStrike" kern="1200" dirty="0">
                          <a:ln w="3175">
                            <a:noFill/>
                          </a:ln>
                          <a:solidFill>
                            <a:srgbClr val="FFFFFF"/>
                          </a:solidFill>
                          <a:effectLst/>
                          <a:latin typeface="+mn-lt"/>
                          <a:ea typeface="+mn-ea"/>
                          <a:cs typeface="+mn-cs"/>
                        </a:rPr>
                        <a:t>Response Parameters</a:t>
                      </a:r>
                    </a:p>
                  </a:txBody>
                  <a:tcPr marL="5075" marR="5075" marT="5075"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5"/>
                    </a:solidFill>
                  </a:tcPr>
                </a:tc>
                <a:tc hMerge="1">
                  <a:txBody>
                    <a:bodyPr/>
                    <a:lstStyle/>
                    <a:p>
                      <a:endParaRPr lang="en-US"/>
                    </a:p>
                  </a:txBody>
                  <a:tcPr/>
                </a:tc>
                <a:tc hMerge="1">
                  <a:txBody>
                    <a:bodyPr/>
                    <a:lstStyle/>
                    <a:p>
                      <a:pPr marL="91440" algn="l" defTabSz="685800" rtl="0" eaLnBrk="1" fontAlgn="b" latinLnBrk="0" hangingPunct="1">
                        <a:lnSpc>
                          <a:spcPct val="100000"/>
                        </a:lnSpc>
                      </a:pPr>
                      <a:r>
                        <a:rPr lang="en-US" sz="1050" b="1" u="none" strike="noStrike" dirty="0">
                          <a:ln w="3175">
                            <a:noFill/>
                          </a:ln>
                          <a:solidFill>
                            <a:srgbClr val="FFFFFF"/>
                          </a:solidFill>
                          <a:effectLst/>
                        </a:rPr>
                        <a:t>Description</a:t>
                      </a:r>
                      <a:endParaRPr lang="en-US" sz="1050" b="1" u="none" strike="noStrike" kern="1200" dirty="0">
                        <a:ln w="3175">
                          <a:noFill/>
                        </a:ln>
                        <a:solidFill>
                          <a:srgbClr val="FFFFFF"/>
                        </a:solidFill>
                        <a:effectLst/>
                        <a:latin typeface="+mn-lt"/>
                        <a:ea typeface="+mn-ea"/>
                        <a:cs typeface="+mn-cs"/>
                      </a:endParaRPr>
                    </a:p>
                  </a:txBody>
                  <a:tcPr marL="5075" marR="5075" marT="9144"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marL="91440" algn="l" defTabSz="685800" rtl="0" eaLnBrk="1" fontAlgn="b" latinLnBrk="0" hangingPunct="1">
                        <a:lnSpc>
                          <a:spcPct val="100000"/>
                        </a:lnSpc>
                      </a:pPr>
                      <a:r>
                        <a:rPr lang="en-US" sz="800" b="1" u="none" strike="noStrike" dirty="0">
                          <a:ln w="3175">
                            <a:noFill/>
                          </a:ln>
                          <a:solidFill>
                            <a:srgbClr val="FFFFFF"/>
                          </a:solidFill>
                          <a:effectLst/>
                        </a:rPr>
                        <a:t>Description</a:t>
                      </a:r>
                      <a:endParaRPr lang="en-US" sz="800" b="1" u="none" strike="noStrike" kern="1200" dirty="0">
                        <a:ln w="3175">
                          <a:noFill/>
                        </a:ln>
                        <a:solidFill>
                          <a:srgbClr val="FFFFFF"/>
                        </a:solidFill>
                        <a:effectLst/>
                        <a:latin typeface="+mn-lt"/>
                        <a:ea typeface="+mn-ea"/>
                        <a:cs typeface="+mn-cs"/>
                      </a:endParaRPr>
                    </a:p>
                  </a:txBody>
                  <a:tcPr marL="5075" marR="5075" marT="9144"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marL="91440" algn="l" defTabSz="685800" rtl="0" eaLnBrk="1" fontAlgn="b" latinLnBrk="0" hangingPunct="1">
                        <a:lnSpc>
                          <a:spcPct val="100000"/>
                        </a:lnSpc>
                      </a:pPr>
                      <a:r>
                        <a:rPr lang="en-US" sz="800" b="1" u="none" strike="noStrike" kern="1200" dirty="0">
                          <a:ln w="3175">
                            <a:noFill/>
                          </a:ln>
                          <a:solidFill>
                            <a:srgbClr val="FFFFFF"/>
                          </a:solidFill>
                          <a:effectLst/>
                          <a:latin typeface="+mn-lt"/>
                          <a:ea typeface="+mn-ea"/>
                          <a:cs typeface="+mn-cs"/>
                        </a:rPr>
                        <a:t>Participant(s) Response</a:t>
                      </a:r>
                    </a:p>
                  </a:txBody>
                  <a:tcPr marL="5075" marR="5075" marT="9144"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5"/>
                    </a:solidFill>
                  </a:tcPr>
                </a:tc>
                <a:tc>
                  <a:txBody>
                    <a:bodyPr/>
                    <a:lstStyle/>
                    <a:p>
                      <a:pPr algn="l" fontAlgn="b">
                        <a:lnSpc>
                          <a:spcPct val="100000"/>
                        </a:lnSpc>
                      </a:pPr>
                      <a:r>
                        <a:rPr lang="en-US" sz="800" b="1" u="none" strike="noStrike" dirty="0">
                          <a:ln w="3175">
                            <a:noFill/>
                          </a:ln>
                          <a:solidFill>
                            <a:srgbClr val="FFFFFF"/>
                          </a:solidFill>
                          <a:effectLst/>
                        </a:rPr>
                        <a:t>Weightage</a:t>
                      </a:r>
                      <a:endParaRPr lang="en-US" sz="800" b="1" i="0" u="none" strike="noStrike" dirty="0">
                        <a:ln w="3175">
                          <a:noFill/>
                        </a:ln>
                        <a:solidFill>
                          <a:srgbClr val="FFFFFF"/>
                        </a:solidFill>
                        <a:effectLst/>
                        <a:latin typeface="Verdana" panose="020B0604030504040204" pitchFamily="34" charset="0"/>
                      </a:endParaRPr>
                    </a:p>
                  </a:txBody>
                  <a:tcPr marL="5075" marR="5075" marT="9144" marB="0" anchor="ctr" anchorCtr="1">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163502627"/>
                  </a:ext>
                </a:extLst>
              </a:tr>
              <a:tr h="164457">
                <a:tc gridSpan="4">
                  <a:txBody>
                    <a:bodyPr/>
                    <a:lstStyle/>
                    <a:p>
                      <a:pPr marL="91440" algn="l" fontAlgn="b">
                        <a:lnSpc>
                          <a:spcPct val="100000"/>
                        </a:lnSpc>
                      </a:pPr>
                      <a:r>
                        <a:rPr lang="en-US" sz="800" b="1" u="none" strike="noStrike" dirty="0">
                          <a:ln w="3175">
                            <a:noFill/>
                          </a:ln>
                          <a:solidFill>
                            <a:schemeClr val="bg1"/>
                          </a:solidFill>
                          <a:effectLst/>
                        </a:rPr>
                        <a:t>Proposed Use Case</a:t>
                      </a:r>
                      <a:endParaRPr lang="en-US" sz="800" b="1" i="0" u="none" strike="noStrike" dirty="0">
                        <a:ln w="3175">
                          <a:noFill/>
                        </a:ln>
                        <a:solidFill>
                          <a:schemeClr val="bg1"/>
                        </a:solidFill>
                        <a:effectLst/>
                        <a:latin typeface="Calibri" panose="020F0502020204030204" pitchFamily="34" charset="0"/>
                        <a:cs typeface="Calibri" panose="020F0502020204030204" pitchFamily="34" charset="0"/>
                      </a:endParaRPr>
                    </a:p>
                  </a:txBody>
                  <a:tcPr marL="5075" marR="5075" marT="5075" marB="0" anchor="ctr">
                    <a:lnL>
                      <a:noFill/>
                    </a:lnL>
                    <a:lnR>
                      <a:noFill/>
                    </a:lnR>
                    <a:lnT>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endParaRPr lang="en-US"/>
                    </a:p>
                  </a:txBody>
                  <a:tcPr/>
                </a:tc>
                <a:tc hMerge="1">
                  <a:txBody>
                    <a:bodyPr/>
                    <a:lstStyle/>
                    <a:p>
                      <a:endParaRPr lang="en-US"/>
                    </a:p>
                  </a:txBody>
                  <a:tcPr>
                    <a:lnL>
                      <a:noFill/>
                    </a:lnL>
                    <a:lnT>
                      <a:noFill/>
                    </a:lnT>
                  </a:tcPr>
                </a:tc>
                <a:tc hMerge="1">
                  <a:txBody>
                    <a:bodyPr/>
                    <a:lstStyle/>
                    <a:p>
                      <a:pPr marL="91440" algn="l" fontAlgn="b">
                        <a:lnSpc>
                          <a:spcPct val="100000"/>
                        </a:lnSpc>
                      </a:pPr>
                      <a:endParaRPr lang="en-US" sz="1000" b="1" i="0" u="none" strike="noStrike" dirty="0">
                        <a:ln w="3175">
                          <a:noFill/>
                        </a:ln>
                        <a:solidFill>
                          <a:schemeClr val="bg1"/>
                        </a:solidFill>
                        <a:effectLst/>
                        <a:latin typeface="Calibri" panose="020F0502020204030204" pitchFamily="34" charset="0"/>
                        <a:cs typeface="Calibri" panose="020F0502020204030204" pitchFamily="34" charset="0"/>
                      </a:endParaRPr>
                    </a:p>
                  </a:txBody>
                  <a:tcPr marL="5075" marR="5075" marT="5075" marB="0" anchor="ctr">
                    <a:lnL>
                      <a:noFill/>
                    </a:lnL>
                    <a:lnR>
                      <a:noFill/>
                    </a:lnR>
                    <a:lnT>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l" fontAlgn="b">
                        <a:lnSpc>
                          <a:spcPct val="100000"/>
                        </a:lnSpc>
                      </a:pPr>
                      <a:endParaRPr lang="en-US" sz="800" b="1" i="0" u="none" strike="noStrike" dirty="0">
                        <a:ln w="3175">
                          <a:noFill/>
                        </a:ln>
                        <a:solidFill>
                          <a:schemeClr val="bg1"/>
                        </a:solidFill>
                        <a:effectLst/>
                        <a:latin typeface="Calibri" panose="020F0502020204030204" pitchFamily="34" charset="0"/>
                        <a:cs typeface="Calibri" panose="020F0502020204030204" pitchFamily="34" charset="0"/>
                      </a:endParaRPr>
                    </a:p>
                  </a:txBody>
                  <a:tcPr marL="5075" marR="5075" marT="5075" marB="0" anchor="ctr">
                    <a:lnL>
                      <a:noFill/>
                    </a:lnL>
                    <a:lnR>
                      <a:noFill/>
                    </a:lnR>
                    <a:lnT>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b">
                        <a:lnSpc>
                          <a:spcPct val="100000"/>
                        </a:lnSpc>
                      </a:pPr>
                      <a:r>
                        <a:rPr lang="en-US" sz="800" b="1" u="none" strike="noStrike" dirty="0">
                          <a:ln w="3175">
                            <a:noFill/>
                          </a:ln>
                          <a:solidFill>
                            <a:schemeClr val="bg1"/>
                          </a:solidFill>
                          <a:effectLst/>
                        </a:rPr>
                        <a:t>40%</a:t>
                      </a:r>
                      <a:endParaRPr lang="en-US" sz="800" b="1" i="0" u="none" strike="noStrike" dirty="0">
                        <a:ln w="3175">
                          <a:noFill/>
                        </a:ln>
                        <a:solidFill>
                          <a:schemeClr val="bg1"/>
                        </a:solidFill>
                        <a:effectLst/>
                        <a:latin typeface="Calibri" panose="020F0502020204030204" pitchFamily="34" charset="0"/>
                        <a:cs typeface="Calibri" panose="020F0502020204030204" pitchFamily="34" charset="0"/>
                      </a:endParaRPr>
                    </a:p>
                  </a:txBody>
                  <a:tcPr marL="5075" marR="5075" marT="5075" marB="0" anchor="ctr">
                    <a:lnL>
                      <a:noFill/>
                    </a:lnL>
                    <a:lnR>
                      <a:noFill/>
                    </a:lnR>
                    <a:lnT>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893493508"/>
                  </a:ext>
                </a:extLst>
              </a:tr>
              <a:tr h="482816">
                <a:tc>
                  <a:txBody>
                    <a:bodyPr/>
                    <a:lstStyle/>
                    <a:p>
                      <a:pPr marL="91440" algn="l" fontAlgn="b">
                        <a:lnSpc>
                          <a:spcPct val="100000"/>
                        </a:lnSpc>
                      </a:pPr>
                      <a:r>
                        <a:rPr lang="en-US" sz="800" b="0" u="none" strike="noStrike" dirty="0">
                          <a:ln w="3175">
                            <a:noFill/>
                          </a:ln>
                          <a:solidFill>
                            <a:srgbClr val="000000"/>
                          </a:solidFill>
                          <a:effectLst/>
                        </a:rPr>
                        <a:t>Problem Understanding</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3175"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3">
                  <a:txBody>
                    <a:bodyPr/>
                    <a:lstStyle/>
                    <a:p>
                      <a:pPr marL="91440" algn="l" fontAlgn="b">
                        <a:lnSpc>
                          <a:spcPct val="100000"/>
                        </a:lnSpc>
                      </a:pPr>
                      <a:r>
                        <a:rPr lang="en-US" sz="800" b="0" u="none" strike="noStrike" dirty="0">
                          <a:ln w="3175">
                            <a:noFill/>
                          </a:ln>
                          <a:solidFill>
                            <a:srgbClr val="000000"/>
                          </a:solidFill>
                          <a:effectLst/>
                        </a:rPr>
                        <a:t>Explain the problem that the proposed use case is trying to address.</a:t>
                      </a:r>
                    </a:p>
                    <a:p>
                      <a:pPr marL="91440" algn="l" fontAlgn="b">
                        <a:lnSpc>
                          <a:spcPct val="100000"/>
                        </a:lnSpc>
                      </a:pPr>
                      <a:r>
                        <a:rPr lang="en-US" sz="800" b="0" u="none" strike="noStrike" dirty="0">
                          <a:ln w="3175">
                            <a:noFill/>
                          </a:ln>
                          <a:solidFill>
                            <a:srgbClr val="000000"/>
                          </a:solidFill>
                          <a:effectLst/>
                        </a:rPr>
                        <a:t>What are the business implications of this problem?</a:t>
                      </a:r>
                    </a:p>
                    <a:p>
                      <a:pPr marL="91440" algn="l" fontAlgn="b">
                        <a:lnSpc>
                          <a:spcPct val="100000"/>
                        </a:lnSpc>
                      </a:pPr>
                      <a:r>
                        <a:rPr lang="en-US" sz="800" b="0" u="none" strike="noStrike" dirty="0">
                          <a:ln w="3175">
                            <a:noFill/>
                          </a:ln>
                          <a:solidFill>
                            <a:srgbClr val="000000"/>
                          </a:solidFill>
                          <a:effectLst/>
                        </a:rPr>
                        <a:t>What happens if it remains unsolved?</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3175"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r>
                        <a:rPr lang="en-US" sz="1000" b="0" u="none" strike="noStrike" dirty="0">
                          <a:ln w="3175">
                            <a:noFill/>
                          </a:ln>
                          <a:solidFill>
                            <a:srgbClr val="000000"/>
                          </a:solidFill>
                          <a:effectLst/>
                        </a:rPr>
                        <a:t>Explain the problem that the proposed use case is trying to address.</a:t>
                      </a:r>
                    </a:p>
                    <a:p>
                      <a:pPr marL="91440" algn="l" fontAlgn="b">
                        <a:lnSpc>
                          <a:spcPct val="100000"/>
                        </a:lnSpc>
                      </a:pPr>
                      <a:r>
                        <a:rPr lang="en-US" sz="1000" b="0" u="none" strike="noStrike" dirty="0">
                          <a:ln w="3175">
                            <a:noFill/>
                          </a:ln>
                          <a:solidFill>
                            <a:srgbClr val="000000"/>
                          </a:solidFill>
                          <a:effectLst/>
                        </a:rPr>
                        <a:t>What are the business implications of this problem?</a:t>
                      </a:r>
                    </a:p>
                    <a:p>
                      <a:pPr marL="91440" algn="l" fontAlgn="b">
                        <a:lnSpc>
                          <a:spcPct val="100000"/>
                        </a:lnSpc>
                      </a:pPr>
                      <a:r>
                        <a:rPr lang="en-US" sz="1000" b="0" u="none" strike="noStrike" dirty="0">
                          <a:ln w="3175">
                            <a:noFill/>
                          </a:ln>
                          <a:solidFill>
                            <a:srgbClr val="000000"/>
                          </a:solidFill>
                          <a:effectLst/>
                        </a:rPr>
                        <a:t>What happens if it remains unsolved?</a:t>
                      </a: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3175"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marL="228600" indent="-228600">
                        <a:spcBef>
                          <a:spcPts val="600"/>
                        </a:spcBef>
                        <a:buSzPct val="100000"/>
                        <a:buFont typeface="+mj-lt"/>
                        <a:buAutoNum type="arabicPeriod"/>
                      </a:pPr>
                      <a:r>
                        <a:rPr lang="en-IN" sz="800" dirty="0"/>
                        <a:t>Agents make high-stakes calls now, but no one can explain what data drove the decision or what alternatives existed</a:t>
                      </a:r>
                    </a:p>
                    <a:p>
                      <a:pPr marL="228600" indent="-228600">
                        <a:spcBef>
                          <a:spcPts val="600"/>
                        </a:spcBef>
                        <a:buSzPct val="100000"/>
                        <a:buFont typeface="+mj-lt"/>
                        <a:buAutoNum type="arabicPeriod"/>
                      </a:pPr>
                      <a:r>
                        <a:rPr lang="en-IN" sz="800" dirty="0"/>
                        <a:t>Business impact: regulatory exposure from indefensible decisions, slow/costly manual dispute reconstruction, and no standard record format across business units</a:t>
                      </a:r>
                    </a:p>
                    <a:p>
                      <a:pPr marL="228600" indent="-228600">
                        <a:spcBef>
                          <a:spcPts val="600"/>
                        </a:spcBef>
                        <a:buSzPct val="100000"/>
                        <a:buFont typeface="+mj-lt"/>
                        <a:buAutoNum type="arabicPeriod"/>
                      </a:pPr>
                      <a:r>
                        <a:rPr lang="en-IN" sz="800" dirty="0"/>
                        <a:t>Left unsolved, AI stays stuck in low-stakes work: only 11% of orgs have agents in production vs. 38% piloting, and trust gaps are why</a:t>
                      </a:r>
                      <a:endParaRPr lang="en-US" sz="800" dirty="0">
                        <a:solidFill>
                          <a:srgbClr val="313131"/>
                        </a:solidFill>
                      </a:endParaRPr>
                    </a:p>
                  </a:txBody>
                  <a:tcPr marL="5075" marR="5075" marT="5075" marB="0" anchor="ctr">
                    <a:lnL>
                      <a:noFill/>
                    </a:lnL>
                    <a:lnR>
                      <a:noFill/>
                    </a:lnR>
                    <a:lnT w="3175"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algn="ctr" fontAlgn="b">
                        <a:lnSpc>
                          <a:spcPct val="100000"/>
                        </a:lnSpc>
                      </a:pPr>
                      <a:r>
                        <a:rPr lang="en-US" sz="800" b="0" u="none" strike="noStrike" dirty="0">
                          <a:ln w="3175">
                            <a:noFill/>
                          </a:ln>
                          <a:solidFill>
                            <a:srgbClr val="000000"/>
                          </a:solidFill>
                          <a:effectLst/>
                        </a:rPr>
                        <a:t>15</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3175"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extLst>
                  <a:ext uri="{0D108BD9-81ED-4DB2-BD59-A6C34878D82A}">
                    <a16:rowId xmlns:a16="http://schemas.microsoft.com/office/drawing/2014/main" val="644706813"/>
                  </a:ext>
                </a:extLst>
              </a:tr>
              <a:tr h="453976">
                <a:tc>
                  <a:txBody>
                    <a:bodyPr/>
                    <a:lstStyle/>
                    <a:p>
                      <a:pPr marL="91440" algn="l" fontAlgn="b">
                        <a:lnSpc>
                          <a:spcPct val="100000"/>
                        </a:lnSpc>
                      </a:pPr>
                      <a:r>
                        <a:rPr lang="en-US" sz="800" b="0" u="none" strike="noStrike" dirty="0">
                          <a:ln w="3175">
                            <a:noFill/>
                          </a:ln>
                          <a:solidFill>
                            <a:srgbClr val="000000"/>
                          </a:solidFill>
                          <a:effectLst/>
                        </a:rPr>
                        <a:t>Goals and Objectives</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3">
                  <a:txBody>
                    <a:bodyPr/>
                    <a:lstStyle/>
                    <a:p>
                      <a:pPr marL="91440" algn="l" fontAlgn="b">
                        <a:lnSpc>
                          <a:spcPct val="100000"/>
                        </a:lnSpc>
                      </a:pPr>
                      <a:r>
                        <a:rPr lang="en-US" sz="800" b="0" u="none" strike="noStrike" dirty="0">
                          <a:ln w="3175">
                            <a:noFill/>
                          </a:ln>
                          <a:solidFill>
                            <a:srgbClr val="000000"/>
                          </a:solidFill>
                          <a:effectLst/>
                        </a:rPr>
                        <a:t>List the specific goals and objectives of the use case.</a:t>
                      </a:r>
                    </a:p>
                    <a:p>
                      <a:pPr marL="91440" algn="l" fontAlgn="b">
                        <a:lnSpc>
                          <a:spcPct val="100000"/>
                        </a:lnSpc>
                      </a:pPr>
                      <a:r>
                        <a:rPr lang="en-US" sz="800" b="0" u="none" strike="noStrike" dirty="0">
                          <a:ln w="3175">
                            <a:noFill/>
                          </a:ln>
                          <a:solidFill>
                            <a:srgbClr val="000000"/>
                          </a:solidFill>
                          <a:effectLst/>
                        </a:rPr>
                        <a:t>What do you hope to achieve by implementing the solution?</a:t>
                      </a:r>
                    </a:p>
                    <a:p>
                      <a:pPr marL="91440" algn="l" fontAlgn="b">
                        <a:lnSpc>
                          <a:spcPct val="100000"/>
                        </a:lnSpc>
                      </a:pPr>
                      <a:r>
                        <a:rPr lang="en-US" sz="800" b="0" u="none" strike="noStrike" dirty="0">
                          <a:ln w="3175">
                            <a:noFill/>
                          </a:ln>
                          <a:solidFill>
                            <a:srgbClr val="000000"/>
                          </a:solidFill>
                          <a:effectLst/>
                        </a:rPr>
                        <a:t>What are the key performance indicators (KPIs)?</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91440" algn="l" fontAlgn="b">
                        <a:lnSpc>
                          <a:spcPct val="100000"/>
                        </a:lnSpc>
                      </a:pPr>
                      <a:r>
                        <a:rPr lang="en-US" sz="1000" b="0" u="none" strike="noStrike" dirty="0">
                          <a:ln w="3175">
                            <a:noFill/>
                          </a:ln>
                          <a:solidFill>
                            <a:srgbClr val="000000"/>
                          </a:solidFill>
                          <a:effectLst/>
                        </a:rPr>
                        <a:t>List the specific goals and objectives of the use case.</a:t>
                      </a:r>
                    </a:p>
                    <a:p>
                      <a:pPr marL="91440" algn="l" fontAlgn="b">
                        <a:lnSpc>
                          <a:spcPct val="100000"/>
                        </a:lnSpc>
                      </a:pPr>
                      <a:r>
                        <a:rPr lang="en-US" sz="1000" b="0" u="none" strike="noStrike" dirty="0">
                          <a:ln w="3175">
                            <a:noFill/>
                          </a:ln>
                          <a:solidFill>
                            <a:srgbClr val="000000"/>
                          </a:solidFill>
                          <a:effectLst/>
                        </a:rPr>
                        <a:t>What do you hope to achieve by implementing the solution?</a:t>
                      </a:r>
                    </a:p>
                    <a:p>
                      <a:pPr marL="91440" algn="l" fontAlgn="b">
                        <a:lnSpc>
                          <a:spcPct val="100000"/>
                        </a:lnSpc>
                      </a:pPr>
                      <a:r>
                        <a:rPr lang="en-US" sz="1000" b="0" u="none" strike="noStrike" dirty="0">
                          <a:ln w="3175">
                            <a:noFill/>
                          </a:ln>
                          <a:solidFill>
                            <a:srgbClr val="000000"/>
                          </a:solidFill>
                          <a:effectLst/>
                        </a:rPr>
                        <a:t>What are the key performance indicators (KPIs)?</a:t>
                      </a: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91440" algn="l" fontAlgn="b">
                        <a:lnSpc>
                          <a:spcPct val="100000"/>
                        </a:lnSpc>
                      </a:pP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228600" indent="-228600" algn="l" fontAlgn="b">
                        <a:lnSpc>
                          <a:spcPct val="100000"/>
                        </a:lnSpc>
                        <a:buFont typeface="+mj-lt"/>
                        <a:buAutoNum type="arabicPeriod"/>
                      </a:pPr>
                      <a:r>
                        <a:rPr lang="en-IN" sz="800" dirty="0"/>
                        <a:t>Build a standardized "decision record" for every high-stakes call, created live, not reconstructed after the fact</a:t>
                      </a:r>
                    </a:p>
                    <a:p>
                      <a:pPr marL="228600" indent="-228600" algn="l" fontAlgn="b">
                        <a:lnSpc>
                          <a:spcPct val="100000"/>
                        </a:lnSpc>
                        <a:buFont typeface="+mj-lt"/>
                        <a:buAutoNum type="arabicPeriod"/>
                      </a:pPr>
                      <a:r>
                        <a:rPr lang="en-IN" sz="800" dirty="0"/>
                        <a:t xml:space="preserve">Cut the time and cost of investigating or defending an AI decision </a:t>
                      </a:r>
                    </a:p>
                    <a:p>
                      <a:pPr marL="228600" marR="0" lvl="0" indent="-228600" algn="l" defTabSz="685800" rtl="0" eaLnBrk="1" fontAlgn="b" latinLnBrk="0" hangingPunct="1">
                        <a:lnSpc>
                          <a:spcPct val="100000"/>
                        </a:lnSpc>
                        <a:spcBef>
                          <a:spcPts val="0"/>
                        </a:spcBef>
                        <a:spcAft>
                          <a:spcPts val="0"/>
                        </a:spcAft>
                        <a:buClrTx/>
                        <a:buSzTx/>
                        <a:buFont typeface="+mj-lt"/>
                        <a:buAutoNum type="arabicPeriod"/>
                        <a:tabLst/>
                        <a:defRPr/>
                      </a:pPr>
                      <a:r>
                        <a:rPr lang="en-IN" sz="800" dirty="0"/>
                        <a:t>Target metrics: &lt;2 min to reconstruct a decision, 100% tamper-evidence, ≥90% comprehension by compliance staff</a:t>
                      </a: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fontAlgn="b">
                        <a:lnSpc>
                          <a:spcPct val="100000"/>
                        </a:lnSpc>
                      </a:pPr>
                      <a:r>
                        <a:rPr lang="en-US" sz="800" b="0" u="none" strike="noStrike" dirty="0">
                          <a:ln w="3175">
                            <a:noFill/>
                          </a:ln>
                          <a:solidFill>
                            <a:srgbClr val="000000"/>
                          </a:solidFill>
                          <a:effectLst/>
                        </a:rPr>
                        <a:t>10</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550427465"/>
                  </a:ext>
                </a:extLst>
              </a:tr>
              <a:tr h="603639">
                <a:tc>
                  <a:txBody>
                    <a:bodyPr/>
                    <a:lstStyle/>
                    <a:p>
                      <a:pPr marL="91440" algn="l" fontAlgn="b">
                        <a:lnSpc>
                          <a:spcPct val="100000"/>
                        </a:lnSpc>
                      </a:pPr>
                      <a:r>
                        <a:rPr lang="en-US" sz="800" b="0" u="none" strike="noStrike" dirty="0">
                          <a:ln w="3175">
                            <a:noFill/>
                          </a:ln>
                          <a:solidFill>
                            <a:srgbClr val="000000"/>
                          </a:solidFill>
                          <a:effectLst/>
                        </a:rPr>
                        <a:t>Level Of Complexity</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3">
                  <a:txBody>
                    <a:bodyPr/>
                    <a:lstStyle/>
                    <a:p>
                      <a:pPr marL="91440" algn="l" fontAlgn="b">
                        <a:lnSpc>
                          <a:spcPct val="100000"/>
                        </a:lnSpc>
                      </a:pPr>
                      <a:r>
                        <a:rPr lang="en-US" sz="800" b="0" u="none" strike="noStrike">
                          <a:ln w="3175">
                            <a:noFill/>
                          </a:ln>
                          <a:solidFill>
                            <a:srgbClr val="000000"/>
                          </a:solidFill>
                          <a:effectLst/>
                        </a:rPr>
                        <a:t>What is inferred to be the level of complexity of this use case: High/Moderate/Low. Please substantiate with data points.</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r>
                        <a:rPr lang="en-US" sz="1000" b="0" u="none" strike="noStrike">
                          <a:ln w="3175">
                            <a:noFill/>
                          </a:ln>
                          <a:solidFill>
                            <a:srgbClr val="000000"/>
                          </a:solidFill>
                          <a:effectLst/>
                        </a:rPr>
                        <a:t>What is inferred to be the level of complexity of this use case: High/Moderate/Low. Please substantiate with data points.</a:t>
                      </a: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marL="228600" indent="-228600" algn="l" fontAlgn="b">
                        <a:lnSpc>
                          <a:spcPct val="100000"/>
                        </a:lnSpc>
                        <a:buFont typeface="+mj-lt"/>
                        <a:buAutoNum type="arabicPeriod"/>
                      </a:pPr>
                      <a:r>
                        <a:rPr lang="en-IN" sz="800" dirty="0"/>
                        <a:t xml:space="preserve">Moderate-High complexity </a:t>
                      </a:r>
                    </a:p>
                    <a:p>
                      <a:pPr marL="228600" indent="-228600" algn="l" fontAlgn="b">
                        <a:lnSpc>
                          <a:spcPct val="100000"/>
                        </a:lnSpc>
                        <a:buFont typeface="+mj-lt"/>
                        <a:buAutoNum type="arabicPeriod"/>
                      </a:pPr>
                      <a:r>
                        <a:rPr lang="en-IN" sz="800" dirty="0"/>
                        <a:t xml:space="preserve">Schema design and dashboard work is straightforward; hash-chained tamper-evidence and pulling context from multiple enterprise systems is the hard part </a:t>
                      </a:r>
                    </a:p>
                    <a:p>
                      <a:pPr marL="228600" indent="-228600" algn="l" fontAlgn="b">
                        <a:lnSpc>
                          <a:spcPct val="100000"/>
                        </a:lnSpc>
                        <a:buFont typeface="+mj-lt"/>
                        <a:buAutoNum type="arabicPeriod"/>
                      </a:pPr>
                      <a:r>
                        <a:rPr lang="en-IN" sz="800" dirty="0"/>
                        <a:t>Kept manageable for capstone by scoping to one domain and one simulated agent</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rowSpan="2">
                  <a:txBody>
                    <a:bodyPr/>
                    <a:lstStyle/>
                    <a:p>
                      <a:pPr algn="ctr" fontAlgn="b">
                        <a:lnSpc>
                          <a:spcPct val="100000"/>
                        </a:lnSpc>
                      </a:pPr>
                      <a:r>
                        <a:rPr lang="en-US" sz="800" b="0" u="none" strike="noStrike" dirty="0">
                          <a:ln w="3175">
                            <a:noFill/>
                          </a:ln>
                          <a:solidFill>
                            <a:srgbClr val="000000"/>
                          </a:solidFill>
                          <a:effectLst/>
                        </a:rPr>
                        <a:t>10</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extLst>
                  <a:ext uri="{0D108BD9-81ED-4DB2-BD59-A6C34878D82A}">
                    <a16:rowId xmlns:a16="http://schemas.microsoft.com/office/drawing/2014/main" val="1013873657"/>
                  </a:ext>
                </a:extLst>
              </a:tr>
              <a:tr h="453976">
                <a:tc>
                  <a:txBody>
                    <a:bodyPr/>
                    <a:lstStyle/>
                    <a:p>
                      <a:pPr marL="91440" algn="l" fontAlgn="b">
                        <a:lnSpc>
                          <a:spcPct val="100000"/>
                        </a:lnSpc>
                      </a:pPr>
                      <a:r>
                        <a:rPr lang="en-US" sz="800" b="0" u="none" strike="noStrike" dirty="0">
                          <a:ln w="3175">
                            <a:noFill/>
                          </a:ln>
                          <a:solidFill>
                            <a:srgbClr val="000000"/>
                          </a:solidFill>
                          <a:effectLst/>
                        </a:rPr>
                        <a:t>Requirements</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3">
                  <a:txBody>
                    <a:bodyPr/>
                    <a:lstStyle/>
                    <a:p>
                      <a:pPr marL="91440" algn="l" fontAlgn="b">
                        <a:lnSpc>
                          <a:spcPct val="100000"/>
                        </a:lnSpc>
                      </a:pPr>
                      <a:r>
                        <a:rPr lang="en-US" sz="800" b="0" u="none" strike="noStrike">
                          <a:ln w="3175">
                            <a:noFill/>
                          </a:ln>
                          <a:solidFill>
                            <a:srgbClr val="000000"/>
                          </a:solidFill>
                          <a:effectLst/>
                        </a:rPr>
                        <a:t>Elaborate in detail on the system or business requirements that are fulfilled by this use case?</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r>
                        <a:rPr lang="en-US" sz="1000" b="0" u="none" strike="noStrike">
                          <a:ln w="3175">
                            <a:noFill/>
                          </a:ln>
                          <a:solidFill>
                            <a:srgbClr val="000000"/>
                          </a:solidFill>
                          <a:effectLst/>
                        </a:rPr>
                        <a:t>Elaborate in detail on the system or business requirements that are fulfilled by this use case?</a:t>
                      </a: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marL="228600" indent="-228600" algn="l" fontAlgn="b">
                        <a:lnSpc>
                          <a:spcPct val="100000"/>
                        </a:lnSpc>
                        <a:buFont typeface="+mj-lt"/>
                        <a:buAutoNum type="arabicPeriod"/>
                      </a:pPr>
                      <a:r>
                        <a:rPr lang="en-IN" sz="800" dirty="0"/>
                        <a:t xml:space="preserve">Gives compliance, legal, and audit teams a record they can read without needing a data science background </a:t>
                      </a:r>
                    </a:p>
                    <a:p>
                      <a:pPr marL="228600" indent="-228600" algn="l" fontAlgn="b">
                        <a:lnSpc>
                          <a:spcPct val="100000"/>
                        </a:lnSpc>
                        <a:buFont typeface="+mj-lt"/>
                        <a:buAutoNum type="arabicPeriod"/>
                      </a:pPr>
                      <a:r>
                        <a:rPr lang="en-IN" sz="800" dirty="0"/>
                        <a:t>Meets emerging rules like adverse-action disclosure in lending and claims-denial rationale in insurance</a:t>
                      </a:r>
                    </a:p>
                    <a:p>
                      <a:pPr marL="228600" indent="-228600" algn="l" fontAlgn="b">
                        <a:lnSpc>
                          <a:spcPct val="100000"/>
                        </a:lnSpc>
                        <a:buFont typeface="+mj-lt"/>
                        <a:buAutoNum type="arabicPeriod"/>
                      </a:pPr>
                      <a:r>
                        <a:rPr lang="en-IN" sz="800" dirty="0"/>
                        <a:t>Replaces the current mess of every business unit inventing its own logging approach</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vMerge="1">
                  <a:txBody>
                    <a:bodyPr/>
                    <a:lstStyle/>
                    <a:p>
                      <a:pPr algn="l" fontAlgn="b"/>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34179708"/>
                  </a:ext>
                </a:extLst>
              </a:tr>
              <a:tr h="304311">
                <a:tc>
                  <a:txBody>
                    <a:bodyPr/>
                    <a:lstStyle/>
                    <a:p>
                      <a:pPr marL="91440" algn="l" fontAlgn="b">
                        <a:lnSpc>
                          <a:spcPct val="100000"/>
                        </a:lnSpc>
                      </a:pPr>
                      <a:r>
                        <a:rPr lang="en-US" sz="800" b="0" u="none" strike="noStrike" dirty="0">
                          <a:solidFill>
                            <a:srgbClr val="000000"/>
                          </a:solidFill>
                          <a:effectLst/>
                        </a:rPr>
                        <a:t>Industry Versatility</a:t>
                      </a:r>
                      <a:endParaRPr lang="en-US" sz="800" b="0" i="0" u="none" strike="noStrike" dirty="0">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3">
                  <a:txBody>
                    <a:bodyPr/>
                    <a:lstStyle/>
                    <a:p>
                      <a:pPr marL="91440" algn="l" fontAlgn="b">
                        <a:lnSpc>
                          <a:spcPct val="100000"/>
                        </a:lnSpc>
                      </a:pPr>
                      <a:r>
                        <a:rPr lang="en-US" sz="800" b="0" u="none" strike="noStrike">
                          <a:ln w="3175">
                            <a:noFill/>
                          </a:ln>
                          <a:solidFill>
                            <a:srgbClr val="000000"/>
                          </a:solidFill>
                          <a:effectLst/>
                        </a:rPr>
                        <a:t>Can this use case find applicability across industries? Illustrate with some examples</a:t>
                      </a:r>
                      <a:endParaRPr lang="en-US" sz="800" b="0" i="0" u="none" strike="noStrike" dirty="0">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91440" algn="l" fontAlgn="b">
                        <a:lnSpc>
                          <a:spcPct val="100000"/>
                        </a:lnSpc>
                      </a:pPr>
                      <a:r>
                        <a:rPr lang="en-US" sz="1000" b="0" u="none" strike="noStrike">
                          <a:ln w="3175">
                            <a:noFill/>
                          </a:ln>
                          <a:solidFill>
                            <a:srgbClr val="000000"/>
                          </a:solidFill>
                          <a:effectLst/>
                        </a:rPr>
                        <a:t>Can this use case find applicability across industries? Illustrate with some examples</a:t>
                      </a:r>
                      <a:endParaRPr lang="en-US" sz="1000" b="0" i="0" u="none" strike="noStrike" dirty="0">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91440" algn="l" fontAlgn="b">
                        <a:lnSpc>
                          <a:spcPct val="100000"/>
                        </a:lnSpc>
                      </a:pPr>
                      <a:endParaRPr lang="en-US" sz="1000" b="0" i="0" u="none" strike="noStrike" dirty="0">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228600" indent="-228600" algn="l" fontAlgn="b">
                        <a:lnSpc>
                          <a:spcPct val="100000"/>
                        </a:lnSpc>
                        <a:buFont typeface="+mj-lt"/>
                        <a:buAutoNum type="arabicPeriod"/>
                      </a:pPr>
                      <a:r>
                        <a:rPr lang="en-IN" sz="800" dirty="0"/>
                        <a:t>Same core schema works across industries, only the policy references change</a:t>
                      </a:r>
                    </a:p>
                    <a:p>
                      <a:pPr marL="228600" marR="0" lvl="0" indent="-228600" algn="l" defTabSz="685800" rtl="0" eaLnBrk="1" fontAlgn="b" latinLnBrk="0" hangingPunct="1">
                        <a:lnSpc>
                          <a:spcPct val="100000"/>
                        </a:lnSpc>
                        <a:spcBef>
                          <a:spcPts val="0"/>
                        </a:spcBef>
                        <a:spcAft>
                          <a:spcPts val="0"/>
                        </a:spcAft>
                        <a:buClrTx/>
                        <a:buSzTx/>
                        <a:buFont typeface="+mj-lt"/>
                        <a:buAutoNum type="arabicPeriod"/>
                        <a:tabLst/>
                        <a:defRPr/>
                      </a:pPr>
                      <a:r>
                        <a:rPr lang="en-IN" sz="800" dirty="0"/>
                        <a:t>Fits insurance, banking, healthcare, HR, and government decision workflows</a:t>
                      </a: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2">
                  <a:txBody>
                    <a:bodyPr/>
                    <a:lstStyle/>
                    <a:p>
                      <a:pPr algn="ctr" fontAlgn="b">
                        <a:lnSpc>
                          <a:spcPct val="100000"/>
                        </a:lnSpc>
                      </a:pPr>
                      <a:r>
                        <a:rPr lang="en-US" sz="800" b="0" u="none" strike="noStrike" dirty="0">
                          <a:ln w="3175">
                            <a:noFill/>
                          </a:ln>
                          <a:solidFill>
                            <a:srgbClr val="000000"/>
                          </a:solidFill>
                          <a:effectLst/>
                        </a:rPr>
                        <a:t>5</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97082307"/>
                  </a:ext>
                </a:extLst>
              </a:tr>
              <a:tr h="304311">
                <a:tc>
                  <a:txBody>
                    <a:bodyPr/>
                    <a:lstStyle/>
                    <a:p>
                      <a:pPr marL="91440" algn="l" fontAlgn="b">
                        <a:lnSpc>
                          <a:spcPct val="100000"/>
                        </a:lnSpc>
                      </a:pPr>
                      <a:r>
                        <a:rPr lang="en-US" sz="800" b="0" u="none" strike="noStrike" dirty="0">
                          <a:solidFill>
                            <a:srgbClr val="000000"/>
                          </a:solidFill>
                          <a:effectLst/>
                        </a:rPr>
                        <a:t>Assumptions</a:t>
                      </a:r>
                      <a:endParaRPr lang="en-US" sz="800" b="0" i="0" u="none" strike="noStrike" dirty="0">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3">
                  <a:txBody>
                    <a:bodyPr/>
                    <a:lstStyle/>
                    <a:p>
                      <a:pPr marL="91440" algn="l" fontAlgn="b">
                        <a:lnSpc>
                          <a:spcPct val="100000"/>
                        </a:lnSpc>
                      </a:pPr>
                      <a:r>
                        <a:rPr lang="en-US" sz="800" b="0" u="none" strike="noStrike" dirty="0">
                          <a:ln w="3175">
                            <a:noFill/>
                          </a:ln>
                          <a:solidFill>
                            <a:srgbClr val="000000"/>
                          </a:solidFill>
                          <a:effectLst/>
                        </a:rPr>
                        <a:t>Note any assumptions made in the use case (If applicable). These could be related to the environment, the users, or the system itself.</a:t>
                      </a:r>
                      <a:endParaRPr lang="en-US" sz="800" b="0" i="0" u="none" strike="noStrike" dirty="0">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91440" algn="l" fontAlgn="b">
                        <a:lnSpc>
                          <a:spcPct val="100000"/>
                        </a:lnSpc>
                      </a:pPr>
                      <a:r>
                        <a:rPr lang="en-US" sz="1000" b="0" u="none" strike="noStrike" dirty="0">
                          <a:ln w="3175">
                            <a:noFill/>
                          </a:ln>
                          <a:solidFill>
                            <a:srgbClr val="000000"/>
                          </a:solidFill>
                          <a:effectLst/>
                        </a:rPr>
                        <a:t>Note any assumptions made in the use case (If applicable). These could be related to the environment, the users, or the system itself.</a:t>
                      </a:r>
                      <a:endParaRPr lang="en-US" sz="1000" b="0" i="0" u="none" strike="noStrike" dirty="0">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91440" algn="l" fontAlgn="b">
                        <a:lnSpc>
                          <a:spcPct val="100000"/>
                        </a:lnSpc>
                      </a:pPr>
                      <a:endParaRPr lang="en-US" sz="1000" b="0" i="0" u="none" strike="noStrike" dirty="0">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228600" indent="-228600" algn="l" fontAlgn="b">
                        <a:lnSpc>
                          <a:spcPct val="100000"/>
                        </a:lnSpc>
                        <a:buFont typeface="+mj-lt"/>
                        <a:buAutoNum type="arabicPeriod"/>
                      </a:pPr>
                      <a:r>
                        <a:rPr lang="en-IN" sz="800" dirty="0"/>
                        <a:t>Pilot uses one simulated agent (insurance claims or lending) with synthetic data, no live production integration in 3 months</a:t>
                      </a:r>
                    </a:p>
                    <a:p>
                      <a:pPr marL="228600" indent="-228600" algn="l" fontAlgn="b">
                        <a:lnSpc>
                          <a:spcPct val="100000"/>
                        </a:lnSpc>
                        <a:buFont typeface="+mj-lt"/>
                        <a:buAutoNum type="arabicPeriod"/>
                      </a:pPr>
                      <a:r>
                        <a:rPr lang="en-IN" sz="800" dirty="0" err="1"/>
                        <a:t>TrustLedger</a:t>
                      </a:r>
                      <a:r>
                        <a:rPr lang="en-IN" sz="800" dirty="0"/>
                        <a:t xml:space="preserve"> wraps around an agent; it doesn't make decisions itself</a:t>
                      </a:r>
                    </a:p>
                    <a:p>
                      <a:pPr marL="228600" marR="0" lvl="0" indent="-228600" algn="l" defTabSz="685800" rtl="0" eaLnBrk="1" fontAlgn="b" latinLnBrk="0" hangingPunct="1">
                        <a:lnSpc>
                          <a:spcPct val="100000"/>
                        </a:lnSpc>
                        <a:spcBef>
                          <a:spcPts val="0"/>
                        </a:spcBef>
                        <a:spcAft>
                          <a:spcPts val="0"/>
                        </a:spcAft>
                        <a:buClrTx/>
                        <a:buSzTx/>
                        <a:buFont typeface="+mj-lt"/>
                        <a:buAutoNum type="arabicPeriod"/>
                        <a:tabLst/>
                        <a:defRPr/>
                      </a:pPr>
                      <a:r>
                        <a:rPr lang="en-IN" sz="800" dirty="0"/>
                        <a:t>Dashboard users have domain expertise, not necessarily technical skill; tamper-evidence is demoed via hash-chaining on a standard DB, production would add enterprise key management</a:t>
                      </a: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vMerge="1">
                  <a:txBody>
                    <a:bodyPr/>
                    <a:lstStyle/>
                    <a:p>
                      <a:endParaRPr lang="en-US"/>
                    </a:p>
                  </a:txBody>
                  <a:tcPr/>
                </a:tc>
                <a:extLst>
                  <a:ext uri="{0D108BD9-81ED-4DB2-BD59-A6C34878D82A}">
                    <a16:rowId xmlns:a16="http://schemas.microsoft.com/office/drawing/2014/main" val="189256722"/>
                  </a:ext>
                </a:extLst>
              </a:tr>
              <a:tr h="204277">
                <a:tc gridSpan="4">
                  <a:txBody>
                    <a:bodyPr/>
                    <a:lstStyle/>
                    <a:p>
                      <a:pPr marL="91440" algn="l" fontAlgn="b">
                        <a:lnSpc>
                          <a:spcPct val="100000"/>
                        </a:lnSpc>
                      </a:pPr>
                      <a:r>
                        <a:rPr lang="en-US" sz="800" b="1" u="none" strike="noStrike" kern="1200" dirty="0">
                          <a:solidFill>
                            <a:schemeClr val="bg1"/>
                          </a:solidFill>
                          <a:effectLst/>
                        </a:rPr>
                        <a:t>Solution Design, Architecture &amp; Implementation</a:t>
                      </a:r>
                      <a:endParaRPr lang="en-US" sz="800" b="1" i="0" u="none" strike="noStrike" dirty="0">
                        <a:ln w="3175">
                          <a:noFill/>
                        </a:ln>
                        <a:solidFill>
                          <a:schemeClr val="bg1"/>
                        </a:solidFill>
                        <a:effectLst/>
                        <a:latin typeface="Calibri" panose="020F0502020204030204" pitchFamily="34" charset="0"/>
                        <a:cs typeface="Calibri" panose="020F0502020204030204" pitchFamily="34" charset="0"/>
                      </a:endParaRPr>
                    </a:p>
                  </a:txBody>
                  <a:tcPr marL="5075" marR="5075" marT="9144" marB="9144"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endParaRPr lang="en-US"/>
                    </a:p>
                  </a:txBody>
                  <a:tcPr/>
                </a:tc>
                <a:tc hMerge="1">
                  <a:txBody>
                    <a:bodyPr/>
                    <a:lstStyle/>
                    <a:p>
                      <a:endParaRPr lang="en-US"/>
                    </a:p>
                  </a:txBody>
                  <a:tcPr>
                    <a:lnL>
                      <a:noFill/>
                    </a:lnL>
                    <a:lnT w="6350" cap="flat" cmpd="sng" algn="ctr">
                      <a:solidFill>
                        <a:schemeClr val="bg1"/>
                      </a:solidFill>
                      <a:prstDash val="solid"/>
                      <a:round/>
                      <a:headEnd type="none" w="med" len="med"/>
                      <a:tailEnd type="none" w="med" len="med"/>
                    </a:lnT>
                  </a:tcPr>
                </a:tc>
                <a:tc hMerge="1">
                  <a:txBody>
                    <a:bodyPr/>
                    <a:lstStyle/>
                    <a:p>
                      <a:pPr marL="91440" algn="l" fontAlgn="b">
                        <a:lnSpc>
                          <a:spcPct val="100000"/>
                        </a:lnSpc>
                      </a:pPr>
                      <a:endParaRPr lang="en-US" sz="1000" b="1" i="0" u="none" strike="noStrike" dirty="0">
                        <a:ln w="3175">
                          <a:noFill/>
                        </a:ln>
                        <a:solidFill>
                          <a:schemeClr val="bg1"/>
                        </a:solidFill>
                        <a:effectLst/>
                        <a:latin typeface="Calibri" panose="020F0502020204030204" pitchFamily="34" charset="0"/>
                        <a:cs typeface="Calibri" panose="020F0502020204030204" pitchFamily="34" charset="0"/>
                      </a:endParaRPr>
                    </a:p>
                  </a:txBody>
                  <a:tcPr marL="5075" marR="5075" marT="9144" marB="9144"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l" fontAlgn="b">
                        <a:lnSpc>
                          <a:spcPct val="100000"/>
                        </a:lnSpc>
                      </a:pPr>
                      <a:endParaRPr lang="en-US" sz="800" b="1" i="0" u="none" strike="noStrike" dirty="0">
                        <a:ln w="3175">
                          <a:noFill/>
                        </a:ln>
                        <a:solidFill>
                          <a:schemeClr val="bg1"/>
                        </a:solidFill>
                        <a:effectLst/>
                        <a:latin typeface="Calibri" panose="020F0502020204030204" pitchFamily="34" charset="0"/>
                        <a:cs typeface="Calibri" panose="020F0502020204030204" pitchFamily="34" charset="0"/>
                      </a:endParaRPr>
                    </a:p>
                  </a:txBody>
                  <a:tcPr marL="5075" marR="5075" marT="9144" marB="9144"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b">
                        <a:lnSpc>
                          <a:spcPct val="100000"/>
                        </a:lnSpc>
                      </a:pPr>
                      <a:r>
                        <a:rPr lang="en-US" sz="800" b="1" u="none" strike="noStrike" dirty="0">
                          <a:ln w="3175">
                            <a:noFill/>
                          </a:ln>
                          <a:solidFill>
                            <a:schemeClr val="bg1"/>
                          </a:solidFill>
                          <a:effectLst/>
                        </a:rPr>
                        <a:t>35%</a:t>
                      </a:r>
                      <a:endParaRPr lang="en-US" sz="800" b="1" i="0" u="none" strike="noStrike" dirty="0">
                        <a:ln w="3175">
                          <a:noFill/>
                        </a:ln>
                        <a:solidFill>
                          <a:schemeClr val="bg1"/>
                        </a:solidFill>
                        <a:effectLst/>
                        <a:latin typeface="Calibri" panose="020F0502020204030204" pitchFamily="34" charset="0"/>
                        <a:cs typeface="Calibri" panose="020F0502020204030204" pitchFamily="34" charset="0"/>
                      </a:endParaRPr>
                    </a:p>
                  </a:txBody>
                  <a:tcPr marL="5075" marR="5075" marT="9144" marB="9144"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988859878"/>
                  </a:ext>
                </a:extLst>
              </a:tr>
              <a:tr h="603639">
                <a:tc gridSpan="2">
                  <a:txBody>
                    <a:bodyPr/>
                    <a:lstStyle/>
                    <a:p>
                      <a:pPr marL="91440" algn="l" fontAlgn="b">
                        <a:lnSpc>
                          <a:spcPct val="100000"/>
                        </a:lnSpc>
                      </a:pPr>
                      <a:r>
                        <a:rPr lang="en-US" sz="800" b="0" u="none" strike="noStrike" dirty="0">
                          <a:ln w="3175">
                            <a:noFill/>
                          </a:ln>
                          <a:solidFill>
                            <a:srgbClr val="000000"/>
                          </a:solidFill>
                          <a:effectLst/>
                        </a:rPr>
                        <a:t>Solution Design/ Approach/ Roadmap</a:t>
                      </a:r>
                      <a:br>
                        <a:rPr lang="en-US" sz="800" b="0" u="none" strike="noStrike" dirty="0">
                          <a:ln w="3175">
                            <a:noFill/>
                          </a:ln>
                          <a:solidFill>
                            <a:srgbClr val="000000"/>
                          </a:solidFill>
                          <a:effectLst/>
                        </a:rPr>
                      </a:b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2">
                  <a:txBody>
                    <a:bodyPr/>
                    <a:lstStyle/>
                    <a:p>
                      <a:pPr marL="91440" algn="l" fontAlgn="b">
                        <a:lnSpc>
                          <a:spcPct val="100000"/>
                        </a:lnSpc>
                      </a:pPr>
                      <a:r>
                        <a:rPr lang="en-US" sz="800" b="0" u="none" strike="noStrike">
                          <a:ln w="3175">
                            <a:noFill/>
                          </a:ln>
                          <a:solidFill>
                            <a:srgbClr val="000000"/>
                          </a:solidFill>
                          <a:effectLst/>
                        </a:rPr>
                        <a:t>Detail the proposed solution that has been designed to address the use case. Outline the steps, methodologies, data flow and resources that will be utilized to tackle the use case and achieve desired outcome</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marL="228600" indent="-228600" algn="l" fontAlgn="b">
                        <a:lnSpc>
                          <a:spcPct val="100000"/>
                        </a:lnSpc>
                        <a:buFont typeface="+mj-lt"/>
                        <a:buAutoNum type="arabicPeriod"/>
                      </a:pPr>
                      <a:r>
                        <a:rPr lang="en-IN" sz="800" dirty="0"/>
                        <a:t>Sits between the agent and the people who need to trust its output: agent decision → Logging API → hash-chained immutable log → searchable dashboard → Decision Replay on dispute</a:t>
                      </a:r>
                    </a:p>
                    <a:p>
                      <a:pPr marL="228600" indent="-228600" algn="l" fontAlgn="b">
                        <a:lnSpc>
                          <a:spcPct val="100000"/>
                        </a:lnSpc>
                        <a:buFont typeface="+mj-lt"/>
                        <a:buAutoNum type="arabicPeriod"/>
                      </a:pPr>
                      <a:r>
                        <a:rPr lang="en-IN" sz="800" dirty="0"/>
                        <a:t>12 weeks: schema + design (</a:t>
                      </a:r>
                      <a:r>
                        <a:rPr lang="en-IN" sz="800" dirty="0" err="1"/>
                        <a:t>wks</a:t>
                      </a:r>
                      <a:r>
                        <a:rPr lang="en-IN" sz="800" dirty="0"/>
                        <a:t xml:space="preserve"> 1-2), logging engine (3-5), agent integration (6-8), dashboard + replay (9-10), testing + demo (11-12)</a:t>
                      </a:r>
                    </a:p>
                    <a:p>
                      <a:pPr marL="228600" marR="0" lvl="0" indent="-228600" algn="l" defTabSz="685800" rtl="0" eaLnBrk="1" fontAlgn="b" latinLnBrk="0" hangingPunct="1">
                        <a:lnSpc>
                          <a:spcPct val="100000"/>
                        </a:lnSpc>
                        <a:spcBef>
                          <a:spcPts val="0"/>
                        </a:spcBef>
                        <a:spcAft>
                          <a:spcPts val="0"/>
                        </a:spcAft>
                        <a:buClrTx/>
                        <a:buSzTx/>
                        <a:buFont typeface="+mj-lt"/>
                        <a:buAutoNum type="arabicPeriod"/>
                        <a:tabLst/>
                        <a:defRPr/>
                      </a:pPr>
                      <a:r>
                        <a:rPr lang="en-IN" sz="800" dirty="0"/>
                        <a:t>Team of 4-5 covering backend, AI/ML, frontend, and coordination</a:t>
                      </a: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rowSpan="4">
                  <a:txBody>
                    <a:bodyPr/>
                    <a:lstStyle/>
                    <a:p>
                      <a:pPr marL="0" algn="ctr" defTabSz="914400" rtl="0" eaLnBrk="1" fontAlgn="b" latinLnBrk="0" hangingPunct="1">
                        <a:lnSpc>
                          <a:spcPct val="100000"/>
                        </a:lnSpc>
                      </a:pPr>
                      <a:r>
                        <a:rPr lang="en-US" sz="800" b="0" u="none" strike="noStrike" kern="1200" dirty="0">
                          <a:ln w="3175">
                            <a:noFill/>
                          </a:ln>
                          <a:solidFill>
                            <a:srgbClr val="000000"/>
                          </a:solidFill>
                          <a:effectLst/>
                        </a:rPr>
                        <a:t>15</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extLst>
                  <a:ext uri="{0D108BD9-81ED-4DB2-BD59-A6C34878D82A}">
                    <a16:rowId xmlns:a16="http://schemas.microsoft.com/office/drawing/2014/main" val="1515877296"/>
                  </a:ext>
                </a:extLst>
              </a:tr>
              <a:tr h="453976">
                <a:tc gridSpan="2">
                  <a:txBody>
                    <a:bodyPr/>
                    <a:lstStyle/>
                    <a:p>
                      <a:pPr marL="91440" algn="l" fontAlgn="b">
                        <a:lnSpc>
                          <a:spcPct val="100000"/>
                        </a:lnSpc>
                      </a:pPr>
                      <a:r>
                        <a:rPr lang="en-US" sz="800" b="0" u="none" strike="noStrike" dirty="0">
                          <a:ln w="3175">
                            <a:noFill/>
                          </a:ln>
                          <a:solidFill>
                            <a:srgbClr val="000000"/>
                          </a:solidFill>
                          <a:effectLst/>
                        </a:rPr>
                        <a:t>Implementation Plan</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2">
                  <a:txBody>
                    <a:bodyPr/>
                    <a:lstStyle/>
                    <a:p>
                      <a:pPr marL="91440" algn="l" fontAlgn="b">
                        <a:lnSpc>
                          <a:spcPct val="100000"/>
                        </a:lnSpc>
                      </a:pPr>
                      <a:r>
                        <a:rPr lang="en-US" sz="800" b="0" u="none" strike="noStrike">
                          <a:ln w="3175">
                            <a:noFill/>
                          </a:ln>
                          <a:solidFill>
                            <a:srgbClr val="000000"/>
                          </a:solidFill>
                          <a:effectLst/>
                        </a:rPr>
                        <a:t>Outline the steps for implementing the solution including timeline, resources required, roles and responsibilities, and key milestones</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marL="228600" indent="-228600" algn="l" fontAlgn="b">
                        <a:lnSpc>
                          <a:spcPct val="100000"/>
                        </a:lnSpc>
                        <a:buFont typeface="+mj-lt"/>
                        <a:buAutoNum type="arabicPeriod"/>
                      </a:pPr>
                      <a:r>
                        <a:rPr lang="en-IN" sz="800" dirty="0"/>
                        <a:t xml:space="preserve">Weeks 1-5: schema locked, immutable logging API working end-to-end </a:t>
                      </a:r>
                    </a:p>
                    <a:p>
                      <a:pPr marL="228600" indent="-228600" algn="l" fontAlgn="b">
                        <a:lnSpc>
                          <a:spcPct val="100000"/>
                        </a:lnSpc>
                        <a:buFont typeface="+mj-lt"/>
                        <a:buAutoNum type="arabicPeriod"/>
                      </a:pPr>
                      <a:r>
                        <a:rPr lang="en-IN" sz="800" dirty="0"/>
                        <a:t xml:space="preserve">Weeks 6-10: pilot agent wired in, dashboard and replay view built </a:t>
                      </a:r>
                    </a:p>
                    <a:p>
                      <a:pPr marL="228600" indent="-228600" algn="l" fontAlgn="b">
                        <a:lnSpc>
                          <a:spcPct val="100000"/>
                        </a:lnSpc>
                        <a:buFont typeface="+mj-lt"/>
                        <a:buAutoNum type="arabicPeriod"/>
                      </a:pPr>
                      <a:r>
                        <a:rPr lang="en-IN" sz="800" dirty="0"/>
                        <a:t>Weeks 11-12: usability + tamper-evidence testing, demo ready</a:t>
                      </a:r>
                    </a:p>
                    <a:p>
                      <a:pPr marL="228600" indent="-228600" algn="l" fontAlgn="b">
                        <a:lnSpc>
                          <a:spcPct val="100000"/>
                        </a:lnSpc>
                        <a:buFont typeface="+mj-lt"/>
                        <a:buAutoNum type="arabicPeriod"/>
                      </a:pPr>
                      <a:r>
                        <a:rPr lang="en-IN" sz="800" dirty="0"/>
                        <a:t>Roles: backend engineers own logging/API, AI/ML owns agent integration, frontend/UX owns the dashboard, full team owns testing and docs</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vMerge="1">
                  <a:txBody>
                    <a:bodyPr/>
                    <a:lstStyle/>
                    <a:p>
                      <a:pPr algn="l" fontAlgn="b"/>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45395119"/>
                  </a:ext>
                </a:extLst>
              </a:tr>
              <a:tr h="154648">
                <a:tc gridSpan="2">
                  <a:txBody>
                    <a:bodyPr/>
                    <a:lstStyle/>
                    <a:p>
                      <a:pPr marL="91440" algn="l" fontAlgn="b">
                        <a:lnSpc>
                          <a:spcPct val="100000"/>
                        </a:lnSpc>
                      </a:pPr>
                      <a:r>
                        <a:rPr lang="en-US" sz="800" b="0" u="none" strike="noStrike" dirty="0">
                          <a:ln w="3175">
                            <a:noFill/>
                          </a:ln>
                          <a:solidFill>
                            <a:srgbClr val="000000"/>
                          </a:solidFill>
                          <a:effectLst/>
                        </a:rPr>
                        <a:t>Architecture</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2">
                  <a:txBody>
                    <a:bodyPr/>
                    <a:lstStyle/>
                    <a:p>
                      <a:pPr marL="91440" algn="l" fontAlgn="b">
                        <a:lnSpc>
                          <a:spcPct val="100000"/>
                        </a:lnSpc>
                      </a:pPr>
                      <a:r>
                        <a:rPr lang="en-US" sz="800" b="0" u="none" strike="noStrike" dirty="0">
                          <a:ln w="3175">
                            <a:noFill/>
                          </a:ln>
                          <a:solidFill>
                            <a:srgbClr val="000000"/>
                          </a:solidFill>
                          <a:effectLst/>
                        </a:rPr>
                        <a:t>Detail the Architecture design</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marL="228600" indent="-228600" algn="l" fontAlgn="b">
                        <a:lnSpc>
                          <a:spcPct val="100000"/>
                        </a:lnSpc>
                        <a:buFont typeface="+mj-lt"/>
                        <a:buAutoNum type="arabicPeriod"/>
                      </a:pPr>
                      <a:r>
                        <a:rPr lang="en-IN" sz="800" dirty="0"/>
                        <a:t xml:space="preserve">Agent → Logging API → hash-chained immutable log → search/index → Trust Dashboard </a:t>
                      </a:r>
                    </a:p>
                    <a:p>
                      <a:pPr marL="228600" indent="-228600" algn="l" fontAlgn="b">
                        <a:lnSpc>
                          <a:spcPct val="100000"/>
                        </a:lnSpc>
                        <a:buFont typeface="+mj-lt"/>
                        <a:buAutoNum type="arabicPeriod"/>
                      </a:pPr>
                      <a:r>
                        <a:rPr lang="en-IN" sz="800" dirty="0"/>
                        <a:t>Framework-agnostic API so it sits under any agent stack, dashboard needs no data-science literacy</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vMerge="1">
                  <a:txBody>
                    <a:bodyPr/>
                    <a:lstStyle/>
                    <a:p>
                      <a:pPr algn="ctr" fontAlgn="b"/>
                      <a:r>
                        <a:rPr lang="en-US" sz="1000" b="0" i="0" u="none" strike="noStrike" dirty="0">
                          <a:ln w="3175">
                            <a:noFill/>
                          </a:ln>
                          <a:solidFill>
                            <a:srgbClr val="000000"/>
                          </a:solidFill>
                          <a:effectLst/>
                          <a:latin typeface="Calibri" panose="020F0502020204030204" pitchFamily="34" charset="0"/>
                          <a:cs typeface="Calibri" panose="020F0502020204030204" pitchFamily="34" charset="0"/>
                        </a:rPr>
                        <a:t>10</a:t>
                      </a:r>
                    </a:p>
                  </a:txBody>
                  <a:tcPr marL="5075" marR="5075" marT="507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58673974"/>
                  </a:ext>
                </a:extLst>
              </a:tr>
              <a:tr h="304311">
                <a:tc gridSpan="2">
                  <a:txBody>
                    <a:bodyPr/>
                    <a:lstStyle/>
                    <a:p>
                      <a:pPr marL="91440" algn="l" fontAlgn="b">
                        <a:lnSpc>
                          <a:spcPct val="100000"/>
                        </a:lnSpc>
                      </a:pPr>
                      <a:r>
                        <a:rPr lang="en-US" sz="800" b="0" u="none" strike="noStrike" dirty="0">
                          <a:ln w="3175">
                            <a:noFill/>
                          </a:ln>
                          <a:solidFill>
                            <a:srgbClr val="000000"/>
                          </a:solidFill>
                          <a:effectLst/>
                        </a:rPr>
                        <a:t>Innovation</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2">
                  <a:txBody>
                    <a:bodyPr/>
                    <a:lstStyle/>
                    <a:p>
                      <a:pPr marL="91440" algn="l" fontAlgn="b">
                        <a:lnSpc>
                          <a:spcPct val="100000"/>
                        </a:lnSpc>
                      </a:pPr>
                      <a:r>
                        <a:rPr lang="en-US" sz="800" b="0" u="none" strike="noStrike" dirty="0">
                          <a:ln w="3175">
                            <a:noFill/>
                          </a:ln>
                          <a:solidFill>
                            <a:srgbClr val="000000"/>
                          </a:solidFill>
                          <a:effectLst/>
                        </a:rPr>
                        <a:t>Does the solution offer a novel approach to the problem statement, challenge the status-quo? Substantiate.</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pPr marL="91440" algn="l" fontAlgn="b">
                        <a:lnSpc>
                          <a:spcPct val="100000"/>
                        </a:lnSpc>
                      </a:pP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a:txBody>
                    <a:bodyPr/>
                    <a:lstStyle/>
                    <a:p>
                      <a:pPr marL="228600" indent="-228600" algn="l" fontAlgn="b">
                        <a:lnSpc>
                          <a:spcPct val="100000"/>
                        </a:lnSpc>
                        <a:buFont typeface="+mj-lt"/>
                        <a:buAutoNum type="arabicPeriod"/>
                      </a:pPr>
                      <a:r>
                        <a:rPr lang="en-IN" sz="800" dirty="0"/>
                        <a:t xml:space="preserve">Most explainability tools (SHAP, LIME) explain the model to a data scientist, this explains the decision to a business user </a:t>
                      </a:r>
                    </a:p>
                    <a:p>
                      <a:pPr marL="228600" indent="-228600" algn="l" fontAlgn="b">
                        <a:lnSpc>
                          <a:spcPct val="100000"/>
                        </a:lnSpc>
                        <a:buFont typeface="+mj-lt"/>
                        <a:buAutoNum type="arabicPeriod"/>
                      </a:pPr>
                      <a:r>
                        <a:rPr lang="en-IN" sz="800" dirty="0"/>
                        <a:t xml:space="preserve">Treats the audit trail as a tamper-evident business artifact, not a debug log </a:t>
                      </a:r>
                    </a:p>
                    <a:p>
                      <a:pPr marL="228600" indent="-228600" algn="l" fontAlgn="b">
                        <a:lnSpc>
                          <a:spcPct val="100000"/>
                        </a:lnSpc>
                        <a:buFont typeface="+mj-lt"/>
                        <a:buAutoNum type="arabicPeriod"/>
                      </a:pPr>
                      <a:r>
                        <a:rPr lang="en-IN" sz="800" dirty="0"/>
                        <a:t>Replaces per-team ad hoc logging with one shared standard across agents</a:t>
                      </a:r>
                      <a:endParaRPr lang="en-US" sz="8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vMerge="1">
                  <a:txBody>
                    <a:bodyPr/>
                    <a:lstStyle/>
                    <a:p>
                      <a:pPr algn="l" fontAlgn="b"/>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21161918"/>
                  </a:ext>
                </a:extLst>
              </a:tr>
            </a:tbl>
          </a:graphicData>
        </a:graphic>
      </p:graphicFrame>
      <p:cxnSp>
        <p:nvCxnSpPr>
          <p:cNvPr id="8" name="Straight Arrow Connector 7">
            <a:extLst>
              <a:ext uri="{FF2B5EF4-FFF2-40B4-BE49-F238E27FC236}">
                <a16:creationId xmlns:a16="http://schemas.microsoft.com/office/drawing/2014/main" id="{9AAB4B68-00CB-67D8-A3F1-73A1DC7278A4}"/>
              </a:ext>
            </a:extLst>
          </p:cNvPr>
          <p:cNvCxnSpPr>
            <a:cxnSpLocks/>
          </p:cNvCxnSpPr>
          <p:nvPr/>
        </p:nvCxnSpPr>
        <p:spPr>
          <a:xfrm>
            <a:off x="2331260" y="1470850"/>
            <a:ext cx="3620278" cy="0"/>
          </a:xfrm>
          <a:prstGeom prst="straightConnector1">
            <a:avLst/>
          </a:prstGeom>
          <a:ln>
            <a:solidFill>
              <a:schemeClr val="tx2"/>
            </a:solidFill>
            <a:prstDash val="sysDash"/>
            <a:tailEnd type="ova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352BA51-2BB5-B808-A8C7-08C63B290785}"/>
              </a:ext>
            </a:extLst>
          </p:cNvPr>
          <p:cNvCxnSpPr>
            <a:cxnSpLocks/>
          </p:cNvCxnSpPr>
          <p:nvPr/>
        </p:nvCxnSpPr>
        <p:spPr>
          <a:xfrm>
            <a:off x="2331260" y="1883628"/>
            <a:ext cx="3620278" cy="0"/>
          </a:xfrm>
          <a:prstGeom prst="straightConnector1">
            <a:avLst/>
          </a:prstGeom>
          <a:ln>
            <a:solidFill>
              <a:schemeClr val="tx2"/>
            </a:solidFill>
            <a:prstDash val="sysDash"/>
            <a:tailEnd type="ova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AD63F64-2123-4313-EDFB-B3CDAC273050}"/>
              </a:ext>
            </a:extLst>
          </p:cNvPr>
          <p:cNvCxnSpPr>
            <a:cxnSpLocks/>
          </p:cNvCxnSpPr>
          <p:nvPr/>
        </p:nvCxnSpPr>
        <p:spPr>
          <a:xfrm>
            <a:off x="2331260" y="1070913"/>
            <a:ext cx="3620278" cy="0"/>
          </a:xfrm>
          <a:prstGeom prst="straightConnector1">
            <a:avLst/>
          </a:prstGeom>
          <a:ln>
            <a:solidFill>
              <a:schemeClr val="tx2"/>
            </a:solidFill>
            <a:prstDash val="sysDash"/>
            <a:tailEnd type="ova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50A00E73-EC0F-79BA-47C8-742E6D0210CE}"/>
              </a:ext>
            </a:extLst>
          </p:cNvPr>
          <p:cNvGrpSpPr/>
          <p:nvPr/>
        </p:nvGrpSpPr>
        <p:grpSpPr>
          <a:xfrm>
            <a:off x="476142" y="757283"/>
            <a:ext cx="2060963" cy="375557"/>
            <a:chOff x="476143" y="740563"/>
            <a:chExt cx="2060963" cy="375557"/>
          </a:xfrm>
        </p:grpSpPr>
        <p:sp>
          <p:nvSpPr>
            <p:cNvPr id="12" name="Rectangle: Rounded Corners 11">
              <a:extLst>
                <a:ext uri="{FF2B5EF4-FFF2-40B4-BE49-F238E27FC236}">
                  <a16:creationId xmlns:a16="http://schemas.microsoft.com/office/drawing/2014/main" id="{E6D41E23-3A65-BBD3-8134-613E152E5687}"/>
                </a:ext>
              </a:extLst>
            </p:cNvPr>
            <p:cNvSpPr/>
            <p:nvPr/>
          </p:nvSpPr>
          <p:spPr bwMode="gray">
            <a:xfrm>
              <a:off x="541647" y="792709"/>
              <a:ext cx="1995459" cy="271264"/>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nSpc>
                  <a:spcPct val="106000"/>
                </a:lnSpc>
              </a:pPr>
              <a:r>
                <a:rPr lang="en-US" sz="1000" b="1" dirty="0">
                  <a:solidFill>
                    <a:schemeClr val="bg1"/>
                  </a:solidFill>
                </a:rPr>
                <a:t>Use Case Name/ Title</a:t>
              </a:r>
            </a:p>
          </p:txBody>
        </p:sp>
        <p:sp>
          <p:nvSpPr>
            <p:cNvPr id="13" name="Freeform: Shape 12">
              <a:extLst>
                <a:ext uri="{FF2B5EF4-FFF2-40B4-BE49-F238E27FC236}">
                  <a16:creationId xmlns:a16="http://schemas.microsoft.com/office/drawing/2014/main" id="{57E614FE-BDD7-27F1-B335-5B41A148A61D}"/>
                </a:ext>
              </a:extLst>
            </p:cNvPr>
            <p:cNvSpPr/>
            <p:nvPr/>
          </p:nvSpPr>
          <p:spPr>
            <a:xfrm rot="16200000">
              <a:off x="391484" y="825222"/>
              <a:ext cx="375557" cy="206239"/>
            </a:xfrm>
            <a:custGeom>
              <a:avLst/>
              <a:gdLst>
                <a:gd name="connsiteX0" fmla="*/ 2455649 w 2455649"/>
                <a:gd name="connsiteY0" fmla="*/ 1227825 h 1227824"/>
                <a:gd name="connsiteX1" fmla="*/ 2394254 w 2455649"/>
                <a:gd name="connsiteY1" fmla="*/ 1227825 h 1227824"/>
                <a:gd name="connsiteX2" fmla="*/ 1227825 w 2455649"/>
                <a:gd name="connsiteY2" fmla="*/ 61396 h 1227824"/>
                <a:gd name="connsiteX3" fmla="*/ 61396 w 2455649"/>
                <a:gd name="connsiteY3" fmla="*/ 1227825 h 1227824"/>
                <a:gd name="connsiteX4" fmla="*/ 0 w 2455649"/>
                <a:gd name="connsiteY4" fmla="*/ 1227825 h 1227824"/>
                <a:gd name="connsiteX5" fmla="*/ 1227825 w 2455649"/>
                <a:gd name="connsiteY5" fmla="*/ 0 h 1227824"/>
                <a:gd name="connsiteX6" fmla="*/ 2455649 w 2455649"/>
                <a:gd name="connsiteY6" fmla="*/ 1227825 h 122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649" h="1227824">
                  <a:moveTo>
                    <a:pt x="2455649" y="1227825"/>
                  </a:moveTo>
                  <a:lnTo>
                    <a:pt x="2394254" y="1227825"/>
                  </a:lnTo>
                  <a:cubicBezTo>
                    <a:pt x="2394254" y="584661"/>
                    <a:pt x="1870989" y="61396"/>
                    <a:pt x="1227825" y="61396"/>
                  </a:cubicBezTo>
                  <a:cubicBezTo>
                    <a:pt x="584661" y="61396"/>
                    <a:pt x="61396" y="584661"/>
                    <a:pt x="61396" y="1227825"/>
                  </a:cubicBezTo>
                  <a:lnTo>
                    <a:pt x="0" y="1227825"/>
                  </a:lnTo>
                  <a:cubicBezTo>
                    <a:pt x="0" y="550810"/>
                    <a:pt x="550810" y="0"/>
                    <a:pt x="1227825" y="0"/>
                  </a:cubicBezTo>
                  <a:cubicBezTo>
                    <a:pt x="1904839" y="0"/>
                    <a:pt x="2455649" y="550810"/>
                    <a:pt x="2455649" y="1227825"/>
                  </a:cubicBezTo>
                  <a:close/>
                </a:path>
              </a:pathLst>
            </a:custGeom>
            <a:solidFill>
              <a:schemeClr val="accent1">
                <a:lumMod val="75000"/>
              </a:schemeClr>
            </a:solidFill>
            <a:ln w="5165" cap="flat">
              <a:noFill/>
              <a:prstDash val="solid"/>
              <a:miter/>
            </a:ln>
          </p:spPr>
          <p:txBody>
            <a:bodyPr rtlCol="0" anchor="ctr"/>
            <a:lstStyle/>
            <a:p>
              <a:endParaRPr lang="en-US" sz="1200"/>
            </a:p>
          </p:txBody>
        </p:sp>
      </p:grpSp>
      <p:grpSp>
        <p:nvGrpSpPr>
          <p:cNvPr id="14" name="Group 13">
            <a:extLst>
              <a:ext uri="{FF2B5EF4-FFF2-40B4-BE49-F238E27FC236}">
                <a16:creationId xmlns:a16="http://schemas.microsoft.com/office/drawing/2014/main" id="{B3B8B6E6-4C27-DC62-FC4A-89C6D23D5C17}"/>
              </a:ext>
            </a:extLst>
          </p:cNvPr>
          <p:cNvGrpSpPr/>
          <p:nvPr/>
        </p:nvGrpSpPr>
        <p:grpSpPr>
          <a:xfrm>
            <a:off x="476142" y="1170724"/>
            <a:ext cx="2060963" cy="375557"/>
            <a:chOff x="476142" y="1154004"/>
            <a:chExt cx="2060963" cy="375557"/>
          </a:xfrm>
        </p:grpSpPr>
        <p:sp>
          <p:nvSpPr>
            <p:cNvPr id="15" name="Rectangle: Rounded Corners 14">
              <a:extLst>
                <a:ext uri="{FF2B5EF4-FFF2-40B4-BE49-F238E27FC236}">
                  <a16:creationId xmlns:a16="http://schemas.microsoft.com/office/drawing/2014/main" id="{798D3353-AE65-5CEB-7086-16C80F25F582}"/>
                </a:ext>
              </a:extLst>
            </p:cNvPr>
            <p:cNvSpPr/>
            <p:nvPr/>
          </p:nvSpPr>
          <p:spPr bwMode="gray">
            <a:xfrm>
              <a:off x="541646" y="1206150"/>
              <a:ext cx="1995459" cy="271264"/>
            </a:xfrm>
            <a:prstGeom prst="roundRect">
              <a:avLst>
                <a:gd name="adj" fmla="val 50000"/>
              </a:avLst>
            </a:prstGeom>
            <a:solidFill>
              <a:schemeClr val="accent2"/>
            </a:solidFill>
            <a:ln w="19050" algn="ctr">
              <a:noFill/>
              <a:miter lim="800000"/>
              <a:headEnd/>
              <a:tailEnd/>
            </a:ln>
          </p:spPr>
          <p:txBody>
            <a:bodyPr wrap="square" lIns="88900" tIns="88900" rIns="88900" bIns="88900" rtlCol="0" anchor="ctr"/>
            <a:lstStyle/>
            <a:p>
              <a:r>
                <a:rPr lang="en-US" sz="1000" b="1" dirty="0">
                  <a:solidFill>
                    <a:schemeClr val="bg1"/>
                  </a:solidFill>
                </a:rPr>
                <a:t>Institution/ College Name</a:t>
              </a:r>
            </a:p>
          </p:txBody>
        </p:sp>
        <p:sp>
          <p:nvSpPr>
            <p:cNvPr id="16" name="Freeform: Shape 15">
              <a:extLst>
                <a:ext uri="{FF2B5EF4-FFF2-40B4-BE49-F238E27FC236}">
                  <a16:creationId xmlns:a16="http://schemas.microsoft.com/office/drawing/2014/main" id="{C3253439-D234-4039-F3C2-C5563A5C39FA}"/>
                </a:ext>
              </a:extLst>
            </p:cNvPr>
            <p:cNvSpPr/>
            <p:nvPr/>
          </p:nvSpPr>
          <p:spPr>
            <a:xfrm rot="16200000">
              <a:off x="391483" y="1238663"/>
              <a:ext cx="375557" cy="206239"/>
            </a:xfrm>
            <a:custGeom>
              <a:avLst/>
              <a:gdLst>
                <a:gd name="connsiteX0" fmla="*/ 2455649 w 2455649"/>
                <a:gd name="connsiteY0" fmla="*/ 1227825 h 1227824"/>
                <a:gd name="connsiteX1" fmla="*/ 2394254 w 2455649"/>
                <a:gd name="connsiteY1" fmla="*/ 1227825 h 1227824"/>
                <a:gd name="connsiteX2" fmla="*/ 1227825 w 2455649"/>
                <a:gd name="connsiteY2" fmla="*/ 61396 h 1227824"/>
                <a:gd name="connsiteX3" fmla="*/ 61396 w 2455649"/>
                <a:gd name="connsiteY3" fmla="*/ 1227825 h 1227824"/>
                <a:gd name="connsiteX4" fmla="*/ 0 w 2455649"/>
                <a:gd name="connsiteY4" fmla="*/ 1227825 h 1227824"/>
                <a:gd name="connsiteX5" fmla="*/ 1227825 w 2455649"/>
                <a:gd name="connsiteY5" fmla="*/ 0 h 1227824"/>
                <a:gd name="connsiteX6" fmla="*/ 2455649 w 2455649"/>
                <a:gd name="connsiteY6" fmla="*/ 1227825 h 122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649" h="1227824">
                  <a:moveTo>
                    <a:pt x="2455649" y="1227825"/>
                  </a:moveTo>
                  <a:lnTo>
                    <a:pt x="2394254" y="1227825"/>
                  </a:lnTo>
                  <a:cubicBezTo>
                    <a:pt x="2394254" y="584661"/>
                    <a:pt x="1870989" y="61396"/>
                    <a:pt x="1227825" y="61396"/>
                  </a:cubicBezTo>
                  <a:cubicBezTo>
                    <a:pt x="584661" y="61396"/>
                    <a:pt x="61396" y="584661"/>
                    <a:pt x="61396" y="1227825"/>
                  </a:cubicBezTo>
                  <a:lnTo>
                    <a:pt x="0" y="1227825"/>
                  </a:lnTo>
                  <a:cubicBezTo>
                    <a:pt x="0" y="550810"/>
                    <a:pt x="550810" y="0"/>
                    <a:pt x="1227825" y="0"/>
                  </a:cubicBezTo>
                  <a:cubicBezTo>
                    <a:pt x="1904839" y="0"/>
                    <a:pt x="2455649" y="550810"/>
                    <a:pt x="2455649" y="1227825"/>
                  </a:cubicBezTo>
                  <a:close/>
                </a:path>
              </a:pathLst>
            </a:custGeom>
            <a:solidFill>
              <a:schemeClr val="accent1">
                <a:lumMod val="75000"/>
              </a:schemeClr>
            </a:solidFill>
            <a:ln w="5165" cap="flat">
              <a:noFill/>
              <a:prstDash val="solid"/>
              <a:miter/>
            </a:ln>
          </p:spPr>
          <p:txBody>
            <a:bodyPr rtlCol="0" anchor="ctr"/>
            <a:lstStyle/>
            <a:p>
              <a:endParaRPr lang="en-US" sz="1000"/>
            </a:p>
          </p:txBody>
        </p:sp>
      </p:grpSp>
      <p:grpSp>
        <p:nvGrpSpPr>
          <p:cNvPr id="17" name="Group 16">
            <a:extLst>
              <a:ext uri="{FF2B5EF4-FFF2-40B4-BE49-F238E27FC236}">
                <a16:creationId xmlns:a16="http://schemas.microsoft.com/office/drawing/2014/main" id="{49A6E7E2-0836-FF93-14C8-3CDE0805D093}"/>
              </a:ext>
            </a:extLst>
          </p:cNvPr>
          <p:cNvGrpSpPr/>
          <p:nvPr/>
        </p:nvGrpSpPr>
        <p:grpSpPr>
          <a:xfrm>
            <a:off x="476142" y="1569442"/>
            <a:ext cx="2060963" cy="375557"/>
            <a:chOff x="482174" y="1569656"/>
            <a:chExt cx="2060963" cy="375557"/>
          </a:xfrm>
        </p:grpSpPr>
        <p:sp>
          <p:nvSpPr>
            <p:cNvPr id="18" name="Rectangle: Rounded Corners 17">
              <a:extLst>
                <a:ext uri="{FF2B5EF4-FFF2-40B4-BE49-F238E27FC236}">
                  <a16:creationId xmlns:a16="http://schemas.microsoft.com/office/drawing/2014/main" id="{BABFF118-42F2-73F8-E725-FB07AB46344A}"/>
                </a:ext>
              </a:extLst>
            </p:cNvPr>
            <p:cNvSpPr/>
            <p:nvPr/>
          </p:nvSpPr>
          <p:spPr bwMode="gray">
            <a:xfrm>
              <a:off x="547678" y="1612578"/>
              <a:ext cx="1995459" cy="271264"/>
            </a:xfrm>
            <a:prstGeom prst="roundRect">
              <a:avLst>
                <a:gd name="adj" fmla="val 50000"/>
              </a:avLst>
            </a:prstGeom>
            <a:solidFill>
              <a:schemeClr val="accent3"/>
            </a:solidFill>
            <a:ln w="19050" algn="ctr">
              <a:noFill/>
              <a:miter lim="800000"/>
              <a:headEnd/>
              <a:tailEnd/>
            </a:ln>
          </p:spPr>
          <p:txBody>
            <a:bodyPr wrap="square" lIns="88900" tIns="88900" rIns="88900" bIns="88900" rtlCol="0" anchor="ctr"/>
            <a:lstStyle/>
            <a:p>
              <a:pPr>
                <a:lnSpc>
                  <a:spcPct val="106000"/>
                </a:lnSpc>
              </a:pPr>
              <a:r>
                <a:rPr lang="en-US" sz="1000" b="1" dirty="0">
                  <a:solidFill>
                    <a:schemeClr val="bg1"/>
                  </a:solidFill>
                </a:rPr>
                <a:t>Group/Team Name</a:t>
              </a:r>
            </a:p>
          </p:txBody>
        </p:sp>
        <p:sp>
          <p:nvSpPr>
            <p:cNvPr id="19" name="Freeform: Shape 18">
              <a:extLst>
                <a:ext uri="{FF2B5EF4-FFF2-40B4-BE49-F238E27FC236}">
                  <a16:creationId xmlns:a16="http://schemas.microsoft.com/office/drawing/2014/main" id="{0EF12568-6C5F-B563-3F91-5B4858535CA6}"/>
                </a:ext>
              </a:extLst>
            </p:cNvPr>
            <p:cNvSpPr/>
            <p:nvPr/>
          </p:nvSpPr>
          <p:spPr>
            <a:xfrm rot="16200000">
              <a:off x="397515" y="1654315"/>
              <a:ext cx="375557" cy="206239"/>
            </a:xfrm>
            <a:custGeom>
              <a:avLst/>
              <a:gdLst>
                <a:gd name="connsiteX0" fmla="*/ 2455649 w 2455649"/>
                <a:gd name="connsiteY0" fmla="*/ 1227825 h 1227824"/>
                <a:gd name="connsiteX1" fmla="*/ 2394254 w 2455649"/>
                <a:gd name="connsiteY1" fmla="*/ 1227825 h 1227824"/>
                <a:gd name="connsiteX2" fmla="*/ 1227825 w 2455649"/>
                <a:gd name="connsiteY2" fmla="*/ 61396 h 1227824"/>
                <a:gd name="connsiteX3" fmla="*/ 61396 w 2455649"/>
                <a:gd name="connsiteY3" fmla="*/ 1227825 h 1227824"/>
                <a:gd name="connsiteX4" fmla="*/ 0 w 2455649"/>
                <a:gd name="connsiteY4" fmla="*/ 1227825 h 1227824"/>
                <a:gd name="connsiteX5" fmla="*/ 1227825 w 2455649"/>
                <a:gd name="connsiteY5" fmla="*/ 0 h 1227824"/>
                <a:gd name="connsiteX6" fmla="*/ 2455649 w 2455649"/>
                <a:gd name="connsiteY6" fmla="*/ 1227825 h 122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649" h="1227824">
                  <a:moveTo>
                    <a:pt x="2455649" y="1227825"/>
                  </a:moveTo>
                  <a:lnTo>
                    <a:pt x="2394254" y="1227825"/>
                  </a:lnTo>
                  <a:cubicBezTo>
                    <a:pt x="2394254" y="584661"/>
                    <a:pt x="1870989" y="61396"/>
                    <a:pt x="1227825" y="61396"/>
                  </a:cubicBezTo>
                  <a:cubicBezTo>
                    <a:pt x="584661" y="61396"/>
                    <a:pt x="61396" y="584661"/>
                    <a:pt x="61396" y="1227825"/>
                  </a:cubicBezTo>
                  <a:lnTo>
                    <a:pt x="0" y="1227825"/>
                  </a:lnTo>
                  <a:cubicBezTo>
                    <a:pt x="0" y="550810"/>
                    <a:pt x="550810" y="0"/>
                    <a:pt x="1227825" y="0"/>
                  </a:cubicBezTo>
                  <a:cubicBezTo>
                    <a:pt x="1904839" y="0"/>
                    <a:pt x="2455649" y="550810"/>
                    <a:pt x="2455649" y="1227825"/>
                  </a:cubicBezTo>
                  <a:close/>
                </a:path>
              </a:pathLst>
            </a:custGeom>
            <a:solidFill>
              <a:schemeClr val="accent1">
                <a:lumMod val="75000"/>
              </a:schemeClr>
            </a:solidFill>
            <a:ln w="5165" cap="flat">
              <a:noFill/>
              <a:prstDash val="solid"/>
              <a:miter/>
            </a:ln>
          </p:spPr>
          <p:txBody>
            <a:bodyPr rtlCol="0" anchor="ctr"/>
            <a:lstStyle/>
            <a:p>
              <a:endParaRPr lang="en-US" sz="1000"/>
            </a:p>
          </p:txBody>
        </p:sp>
      </p:grpSp>
      <p:grpSp>
        <p:nvGrpSpPr>
          <p:cNvPr id="20" name="Group 19">
            <a:extLst>
              <a:ext uri="{FF2B5EF4-FFF2-40B4-BE49-F238E27FC236}">
                <a16:creationId xmlns:a16="http://schemas.microsoft.com/office/drawing/2014/main" id="{D7D4A6D8-EE13-CD41-9BB4-131B2C22E290}"/>
              </a:ext>
            </a:extLst>
          </p:cNvPr>
          <p:cNvGrpSpPr/>
          <p:nvPr/>
        </p:nvGrpSpPr>
        <p:grpSpPr>
          <a:xfrm>
            <a:off x="6240464" y="874570"/>
            <a:ext cx="2043206" cy="375556"/>
            <a:chOff x="6240464" y="1062245"/>
            <a:chExt cx="2054795" cy="375555"/>
          </a:xfrm>
        </p:grpSpPr>
        <p:sp>
          <p:nvSpPr>
            <p:cNvPr id="22" name="Rectangle: Rounded Corners 21">
              <a:extLst>
                <a:ext uri="{FF2B5EF4-FFF2-40B4-BE49-F238E27FC236}">
                  <a16:creationId xmlns:a16="http://schemas.microsoft.com/office/drawing/2014/main" id="{C8D9B879-BAD4-C2A6-2934-AD37C6179A39}"/>
                </a:ext>
              </a:extLst>
            </p:cNvPr>
            <p:cNvSpPr/>
            <p:nvPr/>
          </p:nvSpPr>
          <p:spPr bwMode="gray">
            <a:xfrm>
              <a:off x="6301518" y="1114390"/>
              <a:ext cx="1993741" cy="271264"/>
            </a:xfrm>
            <a:prstGeom prst="roundRect">
              <a:avLst>
                <a:gd name="adj" fmla="val 50000"/>
              </a:avLst>
            </a:prstGeom>
            <a:solidFill>
              <a:schemeClr val="accent5"/>
            </a:solidFill>
            <a:ln w="19050" algn="ctr">
              <a:noFill/>
              <a:miter lim="800000"/>
              <a:headEnd/>
              <a:tailEnd/>
            </a:ln>
          </p:spPr>
          <p:txBody>
            <a:bodyPr wrap="square" lIns="91440" tIns="88900" rIns="88900" bIns="88900" rtlCol="0" anchor="ctr"/>
            <a:lstStyle/>
            <a:p>
              <a:pPr>
                <a:lnSpc>
                  <a:spcPct val="106000"/>
                </a:lnSpc>
              </a:pPr>
              <a:r>
                <a:rPr lang="en-US" sz="1000" b="1" dirty="0">
                  <a:solidFill>
                    <a:schemeClr val="bg1"/>
                  </a:solidFill>
                </a:rPr>
                <a:t>Participant Name(s) &amp; Email Id</a:t>
              </a:r>
            </a:p>
          </p:txBody>
        </p:sp>
        <p:sp>
          <p:nvSpPr>
            <p:cNvPr id="23" name="Freeform: Shape 22">
              <a:extLst>
                <a:ext uri="{FF2B5EF4-FFF2-40B4-BE49-F238E27FC236}">
                  <a16:creationId xmlns:a16="http://schemas.microsoft.com/office/drawing/2014/main" id="{EA2BE304-16CE-A088-50E4-7F4CA6C572CD}"/>
                </a:ext>
              </a:extLst>
            </p:cNvPr>
            <p:cNvSpPr/>
            <p:nvPr/>
          </p:nvSpPr>
          <p:spPr>
            <a:xfrm rot="16200000">
              <a:off x="6155806" y="1146903"/>
              <a:ext cx="375555" cy="206239"/>
            </a:xfrm>
            <a:custGeom>
              <a:avLst/>
              <a:gdLst>
                <a:gd name="connsiteX0" fmla="*/ 2455649 w 2455649"/>
                <a:gd name="connsiteY0" fmla="*/ 1227825 h 1227824"/>
                <a:gd name="connsiteX1" fmla="*/ 2394254 w 2455649"/>
                <a:gd name="connsiteY1" fmla="*/ 1227825 h 1227824"/>
                <a:gd name="connsiteX2" fmla="*/ 1227825 w 2455649"/>
                <a:gd name="connsiteY2" fmla="*/ 61396 h 1227824"/>
                <a:gd name="connsiteX3" fmla="*/ 61396 w 2455649"/>
                <a:gd name="connsiteY3" fmla="*/ 1227825 h 1227824"/>
                <a:gd name="connsiteX4" fmla="*/ 0 w 2455649"/>
                <a:gd name="connsiteY4" fmla="*/ 1227825 h 1227824"/>
                <a:gd name="connsiteX5" fmla="*/ 1227825 w 2455649"/>
                <a:gd name="connsiteY5" fmla="*/ 0 h 1227824"/>
                <a:gd name="connsiteX6" fmla="*/ 2455649 w 2455649"/>
                <a:gd name="connsiteY6" fmla="*/ 1227825 h 122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649" h="1227824">
                  <a:moveTo>
                    <a:pt x="2455649" y="1227825"/>
                  </a:moveTo>
                  <a:lnTo>
                    <a:pt x="2394254" y="1227825"/>
                  </a:lnTo>
                  <a:cubicBezTo>
                    <a:pt x="2394254" y="584661"/>
                    <a:pt x="1870989" y="61396"/>
                    <a:pt x="1227825" y="61396"/>
                  </a:cubicBezTo>
                  <a:cubicBezTo>
                    <a:pt x="584661" y="61396"/>
                    <a:pt x="61396" y="584661"/>
                    <a:pt x="61396" y="1227825"/>
                  </a:cubicBezTo>
                  <a:lnTo>
                    <a:pt x="0" y="1227825"/>
                  </a:lnTo>
                  <a:cubicBezTo>
                    <a:pt x="0" y="550810"/>
                    <a:pt x="550810" y="0"/>
                    <a:pt x="1227825" y="0"/>
                  </a:cubicBezTo>
                  <a:cubicBezTo>
                    <a:pt x="1904839" y="0"/>
                    <a:pt x="2455649" y="550810"/>
                    <a:pt x="2455649" y="1227825"/>
                  </a:cubicBezTo>
                  <a:close/>
                </a:path>
              </a:pathLst>
            </a:custGeom>
            <a:solidFill>
              <a:schemeClr val="accent6">
                <a:lumMod val="75000"/>
              </a:schemeClr>
            </a:solidFill>
            <a:ln w="5165" cap="flat">
              <a:noFill/>
              <a:prstDash val="solid"/>
              <a:miter/>
            </a:ln>
          </p:spPr>
          <p:txBody>
            <a:bodyPr rtlCol="0" anchor="ctr"/>
            <a:lstStyle/>
            <a:p>
              <a:endParaRPr lang="en-US" sz="1000"/>
            </a:p>
          </p:txBody>
        </p:sp>
      </p:grpSp>
      <p:sp>
        <p:nvSpPr>
          <p:cNvPr id="26" name="Title 2">
            <a:extLst>
              <a:ext uri="{FF2B5EF4-FFF2-40B4-BE49-F238E27FC236}">
                <a16:creationId xmlns:a16="http://schemas.microsoft.com/office/drawing/2014/main" id="{F91B35AE-5CCB-2775-B14F-6BAF5D5E34CE}"/>
              </a:ext>
            </a:extLst>
          </p:cNvPr>
          <p:cNvSpPr txBox="1">
            <a:spLocks/>
          </p:cNvSpPr>
          <p:nvPr/>
        </p:nvSpPr>
        <p:spPr bwMode="gray">
          <a:xfrm>
            <a:off x="3702281" y="0"/>
            <a:ext cx="4787438" cy="342000"/>
          </a:xfrm>
          <a:prstGeom prst="rect">
            <a:avLst/>
          </a:prstGeom>
        </p:spPr>
        <p:txBody>
          <a:bodyPr vert="horz" lIns="0" tIns="0" rIns="0" bIns="0" rtlCol="0" anchor="b" anchorCtr="0">
            <a:noAutofit/>
          </a:bodyPr>
          <a:lstStyle>
            <a:lvl1pPr algn="l" defTabSz="685800" rtl="0" eaLnBrk="1" latinLnBrk="0" hangingPunct="1">
              <a:lnSpc>
                <a:spcPts val="3200"/>
              </a:lnSpc>
              <a:spcBef>
                <a:spcPct val="0"/>
              </a:spcBef>
              <a:buNone/>
              <a:defRPr sz="3200" b="0" kern="120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sz="1800" dirty="0"/>
              <a:t>Capstone Use Case – Student Response Template</a:t>
            </a:r>
          </a:p>
        </p:txBody>
      </p:sp>
      <p:sp>
        <p:nvSpPr>
          <p:cNvPr id="27" name="Text Placeholder 2">
            <a:extLst>
              <a:ext uri="{FF2B5EF4-FFF2-40B4-BE49-F238E27FC236}">
                <a16:creationId xmlns:a16="http://schemas.microsoft.com/office/drawing/2014/main" id="{23CC80B3-99F1-EF7D-250A-EF580F8CA82F}"/>
              </a:ext>
            </a:extLst>
          </p:cNvPr>
          <p:cNvSpPr txBox="1">
            <a:spLocks/>
          </p:cNvSpPr>
          <p:nvPr/>
        </p:nvSpPr>
        <p:spPr>
          <a:xfrm>
            <a:off x="9519914" y="6679986"/>
            <a:ext cx="2327624" cy="135779"/>
          </a:xfrm>
          <a:prstGeom prst="rect">
            <a:avLst/>
          </a:prstGeom>
        </p:spPr>
        <p:txBody>
          <a:bodyPr vert="horz" lIns="0" tIns="0" rIns="0" bIns="0" rtlCol="0" anchor="ctr">
            <a:noAutofit/>
          </a:bodyPr>
          <a:lstStyle>
            <a:lvl1pPr marL="0" indent="0" algn="l" defTabSz="685800" rtl="0" eaLnBrk="1" latinLnBrk="0" hangingPunct="1">
              <a:lnSpc>
                <a:spcPct val="100000"/>
              </a:lnSpc>
              <a:spcBef>
                <a:spcPts val="200"/>
              </a:spcBef>
              <a:spcAft>
                <a:spcPts val="0"/>
              </a:spcAft>
              <a:buSzPct val="100000"/>
              <a:buFontTx/>
              <a:buNone/>
              <a:defRPr sz="1400" b="1" kern="1200">
                <a:solidFill>
                  <a:schemeClr val="tx1"/>
                </a:solidFill>
                <a:latin typeface="Calibri" panose="020F0502020204030204" pitchFamily="34" charset="0"/>
                <a:ea typeface="+mn-ea"/>
                <a:cs typeface="Calibri" panose="020F05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j-lt"/>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n-lt"/>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a:solidFill>
                  <a:schemeClr val="bg1"/>
                </a:solidFill>
                <a:latin typeface="+mn-lt"/>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a:solidFill>
                  <a:schemeClr val="bg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endParaRPr lang="en-US" sz="800" b="0" dirty="0">
              <a:ea typeface="Calibri" panose="020F0502020204030204" pitchFamily="34" charset="0"/>
            </a:endParaRPr>
          </a:p>
        </p:txBody>
      </p:sp>
      <p:pic>
        <p:nvPicPr>
          <p:cNvPr id="25" name="Picture 24">
            <a:extLst>
              <a:ext uri="{FF2B5EF4-FFF2-40B4-BE49-F238E27FC236}">
                <a16:creationId xmlns:a16="http://schemas.microsoft.com/office/drawing/2014/main" id="{573E76BA-1EEB-D8DA-926A-69E95F413C7F}"/>
              </a:ext>
            </a:extLst>
          </p:cNvPr>
          <p:cNvPicPr>
            <a:picLocks noChangeAspect="1"/>
          </p:cNvPicPr>
          <p:nvPr/>
        </p:nvPicPr>
        <p:blipFill rotWithShape="1">
          <a:blip r:embed="rId2"/>
          <a:srcRect t="48665" r="49292" b="-415"/>
          <a:stretch/>
        </p:blipFill>
        <p:spPr>
          <a:xfrm>
            <a:off x="10683726" y="0"/>
            <a:ext cx="1496730" cy="1531979"/>
          </a:xfrm>
          <a:prstGeom prst="rect">
            <a:avLst/>
          </a:prstGeom>
        </p:spPr>
      </p:pic>
      <p:sp>
        <p:nvSpPr>
          <p:cNvPr id="31" name="TextBox 30">
            <a:extLst>
              <a:ext uri="{FF2B5EF4-FFF2-40B4-BE49-F238E27FC236}">
                <a16:creationId xmlns:a16="http://schemas.microsoft.com/office/drawing/2014/main" id="{77584EC8-8DFB-F808-03C2-A65CDB6980C4}"/>
              </a:ext>
            </a:extLst>
          </p:cNvPr>
          <p:cNvSpPr txBox="1"/>
          <p:nvPr/>
        </p:nvSpPr>
        <p:spPr>
          <a:xfrm>
            <a:off x="2708136" y="1245097"/>
            <a:ext cx="1578061" cy="184666"/>
          </a:xfrm>
          <a:prstGeom prst="rect">
            <a:avLst/>
          </a:prstGeom>
          <a:noFill/>
        </p:spPr>
        <p:txBody>
          <a:bodyPr wrap="none" lIns="0" tIns="0" rIns="0" bIns="0" rtlCol="0">
            <a:spAutoFit/>
          </a:bodyPr>
          <a:lstStyle/>
          <a:p>
            <a:pPr>
              <a:spcBef>
                <a:spcPts val="600"/>
              </a:spcBef>
              <a:buSzPct val="100000"/>
            </a:pPr>
            <a:r>
              <a:rPr lang="en-US" sz="1200" dirty="0">
                <a:solidFill>
                  <a:srgbClr val="313131"/>
                </a:solidFill>
              </a:rPr>
              <a:t>Manipal University Jaipur</a:t>
            </a:r>
          </a:p>
        </p:txBody>
      </p:sp>
      <p:sp>
        <p:nvSpPr>
          <p:cNvPr id="33" name="TextBox 32">
            <a:extLst>
              <a:ext uri="{FF2B5EF4-FFF2-40B4-BE49-F238E27FC236}">
                <a16:creationId xmlns:a16="http://schemas.microsoft.com/office/drawing/2014/main" id="{17207310-7148-D6B8-749E-F6A82B1A5F46}"/>
              </a:ext>
            </a:extLst>
          </p:cNvPr>
          <p:cNvSpPr txBox="1"/>
          <p:nvPr/>
        </p:nvSpPr>
        <p:spPr>
          <a:xfrm>
            <a:off x="2721501" y="1659030"/>
            <a:ext cx="598562" cy="184666"/>
          </a:xfrm>
          <a:prstGeom prst="rect">
            <a:avLst/>
          </a:prstGeom>
          <a:noFill/>
        </p:spPr>
        <p:txBody>
          <a:bodyPr wrap="none" lIns="0" tIns="0" rIns="0" bIns="0" rtlCol="0">
            <a:spAutoFit/>
          </a:bodyPr>
          <a:lstStyle/>
          <a:p>
            <a:pPr>
              <a:spcBef>
                <a:spcPts val="600"/>
              </a:spcBef>
              <a:buSzPct val="100000"/>
            </a:pPr>
            <a:r>
              <a:rPr lang="en-US" sz="1200" dirty="0">
                <a:solidFill>
                  <a:srgbClr val="313131"/>
                </a:solidFill>
              </a:rPr>
              <a:t>Diet Coke</a:t>
            </a:r>
          </a:p>
        </p:txBody>
      </p:sp>
      <p:sp>
        <p:nvSpPr>
          <p:cNvPr id="36" name="TextBox 35">
            <a:extLst>
              <a:ext uri="{FF2B5EF4-FFF2-40B4-BE49-F238E27FC236}">
                <a16:creationId xmlns:a16="http://schemas.microsoft.com/office/drawing/2014/main" id="{AC551EEA-E1A4-C360-8D46-2BB458AFE4BE}"/>
              </a:ext>
            </a:extLst>
          </p:cNvPr>
          <p:cNvSpPr txBox="1"/>
          <p:nvPr/>
        </p:nvSpPr>
        <p:spPr>
          <a:xfrm>
            <a:off x="2537105" y="844180"/>
            <a:ext cx="3498185" cy="184666"/>
          </a:xfrm>
          <a:prstGeom prst="rect">
            <a:avLst/>
          </a:prstGeom>
          <a:noFill/>
        </p:spPr>
        <p:txBody>
          <a:bodyPr wrap="square" lIns="0" tIns="0" rIns="0" bIns="0" rtlCol="0">
            <a:spAutoFit/>
          </a:bodyPr>
          <a:lstStyle/>
          <a:p>
            <a:pPr>
              <a:spcBef>
                <a:spcPts val="600"/>
              </a:spcBef>
              <a:buSzPct val="100000"/>
            </a:pPr>
            <a:r>
              <a:rPr lang="en-IN" sz="1200" dirty="0" err="1"/>
              <a:t>TrustLedger</a:t>
            </a:r>
            <a:r>
              <a:rPr lang="en-IN" sz="1200" dirty="0"/>
              <a:t>:  Enterprise AI Decision Audit &amp; Trust Layer</a:t>
            </a:r>
          </a:p>
        </p:txBody>
      </p:sp>
      <p:sp>
        <p:nvSpPr>
          <p:cNvPr id="38" name="TextBox 37">
            <a:extLst>
              <a:ext uri="{FF2B5EF4-FFF2-40B4-BE49-F238E27FC236}">
                <a16:creationId xmlns:a16="http://schemas.microsoft.com/office/drawing/2014/main" id="{E15F1F75-1C3A-F4C0-F542-774A5A6ECF9D}"/>
              </a:ext>
            </a:extLst>
          </p:cNvPr>
          <p:cNvSpPr txBox="1"/>
          <p:nvPr/>
        </p:nvSpPr>
        <p:spPr>
          <a:xfrm>
            <a:off x="8344380" y="632703"/>
            <a:ext cx="3498185" cy="1000274"/>
          </a:xfrm>
          <a:prstGeom prst="rect">
            <a:avLst/>
          </a:prstGeom>
          <a:noFill/>
        </p:spPr>
        <p:txBody>
          <a:bodyPr wrap="square" lIns="0" tIns="0" rIns="0" bIns="0" rtlCol="0">
            <a:spAutoFit/>
          </a:bodyPr>
          <a:lstStyle/>
          <a:p>
            <a:pPr marL="228600" indent="-228600">
              <a:spcBef>
                <a:spcPts val="600"/>
              </a:spcBef>
              <a:buSzPct val="100000"/>
              <a:buFont typeface="+mj-lt"/>
              <a:buAutoNum type="arabicPeriod"/>
            </a:pPr>
            <a:r>
              <a:rPr lang="en-US" sz="900" dirty="0">
                <a:solidFill>
                  <a:srgbClr val="313131"/>
                </a:solidFill>
              </a:rPr>
              <a:t xml:space="preserve">Suryanshi Singh - </a:t>
            </a:r>
            <a:r>
              <a:rPr lang="en-US" sz="900" dirty="0">
                <a:solidFill>
                  <a:srgbClr val="313131"/>
                </a:solidFill>
                <a:hlinkClick r:id="rId3"/>
              </a:rPr>
              <a:t>singh.suryanshi101@gmail.com</a:t>
            </a:r>
            <a:endParaRPr lang="en-US" sz="900" dirty="0">
              <a:solidFill>
                <a:srgbClr val="313131"/>
              </a:solidFill>
            </a:endParaRPr>
          </a:p>
          <a:p>
            <a:pPr marL="228600" indent="-228600">
              <a:spcBef>
                <a:spcPts val="600"/>
              </a:spcBef>
              <a:buSzPct val="100000"/>
              <a:buFont typeface="+mj-lt"/>
              <a:buAutoNum type="arabicPeriod"/>
            </a:pPr>
            <a:r>
              <a:rPr lang="en-US" sz="900" dirty="0">
                <a:solidFill>
                  <a:srgbClr val="313131"/>
                </a:solidFill>
              </a:rPr>
              <a:t xml:space="preserve">Shivansh Tripathi - </a:t>
            </a:r>
            <a:r>
              <a:rPr lang="en-US" sz="900" dirty="0">
                <a:solidFill>
                  <a:srgbClr val="313131"/>
                </a:solidFill>
                <a:hlinkClick r:id="rId4"/>
              </a:rPr>
              <a:t>shivansht2005@gmail.com</a:t>
            </a:r>
            <a:endParaRPr lang="en-US" sz="900" dirty="0">
              <a:solidFill>
                <a:srgbClr val="313131"/>
              </a:solidFill>
            </a:endParaRPr>
          </a:p>
          <a:p>
            <a:pPr marL="228600" indent="-228600">
              <a:spcBef>
                <a:spcPts val="600"/>
              </a:spcBef>
              <a:buSzPct val="100000"/>
              <a:buFont typeface="+mj-lt"/>
              <a:buAutoNum type="arabicPeriod"/>
            </a:pPr>
            <a:r>
              <a:rPr lang="en-US" sz="900" dirty="0">
                <a:solidFill>
                  <a:srgbClr val="313131"/>
                </a:solidFill>
              </a:rPr>
              <a:t xml:space="preserve">Yash Mishra - </a:t>
            </a:r>
            <a:r>
              <a:rPr lang="en-US" sz="900" dirty="0">
                <a:solidFill>
                  <a:srgbClr val="313131"/>
                </a:solidFill>
                <a:hlinkClick r:id="rId5"/>
              </a:rPr>
              <a:t>yash.msr1002@gmail.com</a:t>
            </a:r>
            <a:endParaRPr lang="en-US" sz="900" dirty="0">
              <a:solidFill>
                <a:srgbClr val="313131"/>
              </a:solidFill>
            </a:endParaRPr>
          </a:p>
          <a:p>
            <a:pPr marL="228600" indent="-228600">
              <a:spcBef>
                <a:spcPts val="600"/>
              </a:spcBef>
              <a:buSzPct val="100000"/>
              <a:buFont typeface="+mj-lt"/>
              <a:buAutoNum type="arabicPeriod"/>
            </a:pPr>
            <a:r>
              <a:rPr lang="en-US" sz="900" dirty="0">
                <a:solidFill>
                  <a:srgbClr val="313131"/>
                </a:solidFill>
              </a:rPr>
              <a:t xml:space="preserve">Yash Maheswari - </a:t>
            </a:r>
            <a:r>
              <a:rPr lang="en-US" sz="900" dirty="0">
                <a:solidFill>
                  <a:srgbClr val="313131"/>
                </a:solidFill>
                <a:hlinkClick r:id="rId6"/>
              </a:rPr>
              <a:t>yashmaheshwari8983@gmail.com</a:t>
            </a:r>
            <a:endParaRPr lang="en-US" sz="900" dirty="0">
              <a:solidFill>
                <a:srgbClr val="313131"/>
              </a:solidFill>
            </a:endParaRPr>
          </a:p>
          <a:p>
            <a:pPr marL="228600" indent="-228600">
              <a:spcBef>
                <a:spcPts val="600"/>
              </a:spcBef>
              <a:buSzPct val="100000"/>
              <a:buFont typeface="+mj-lt"/>
              <a:buAutoNum type="arabicPeriod"/>
            </a:pPr>
            <a:r>
              <a:rPr lang="en-US" sz="900" dirty="0">
                <a:solidFill>
                  <a:srgbClr val="313131"/>
                </a:solidFill>
              </a:rPr>
              <a:t>Yash Khanduri - khanduriyash80@gmail.com</a:t>
            </a:r>
          </a:p>
        </p:txBody>
      </p:sp>
    </p:spTree>
    <p:extLst>
      <p:ext uri="{BB962C8B-B14F-4D97-AF65-F5344CB8AC3E}">
        <p14:creationId xmlns:p14="http://schemas.microsoft.com/office/powerpoint/2010/main" val="40740200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4BF8F-1EC8-9170-4D5D-B49513C9AA64}"/>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AFAA406C-E86E-E994-AEFA-E75E57C50DB8}"/>
              </a:ext>
            </a:extLst>
          </p:cNvPr>
          <p:cNvPicPr>
            <a:picLocks noChangeAspect="1"/>
          </p:cNvPicPr>
          <p:nvPr/>
        </p:nvPicPr>
        <p:blipFill rotWithShape="1">
          <a:blip r:embed="rId2"/>
          <a:srcRect t="48665" r="49292" b="-415"/>
          <a:stretch/>
        </p:blipFill>
        <p:spPr>
          <a:xfrm>
            <a:off x="11340548" y="1"/>
            <a:ext cx="839908" cy="859688"/>
          </a:xfrm>
          <a:prstGeom prst="rect">
            <a:avLst/>
          </a:prstGeom>
        </p:spPr>
      </p:pic>
      <p:graphicFrame>
        <p:nvGraphicFramePr>
          <p:cNvPr id="5" name="Table 4">
            <a:extLst>
              <a:ext uri="{FF2B5EF4-FFF2-40B4-BE49-F238E27FC236}">
                <a16:creationId xmlns:a16="http://schemas.microsoft.com/office/drawing/2014/main" id="{D16E4F07-06B8-ECDA-F535-592F92C46084}"/>
              </a:ext>
            </a:extLst>
          </p:cNvPr>
          <p:cNvGraphicFramePr>
            <a:graphicFrameLocks noGrp="1"/>
          </p:cNvGraphicFramePr>
          <p:nvPr>
            <p:extLst>
              <p:ext uri="{D42A27DB-BD31-4B8C-83A1-F6EECF244321}">
                <p14:modId xmlns:p14="http://schemas.microsoft.com/office/powerpoint/2010/main" val="2011687792"/>
              </p:ext>
            </p:extLst>
          </p:nvPr>
        </p:nvGraphicFramePr>
        <p:xfrm>
          <a:off x="0" y="725557"/>
          <a:ext cx="12180457" cy="6132442"/>
        </p:xfrm>
        <a:graphic>
          <a:graphicData uri="http://schemas.openxmlformats.org/drawingml/2006/table">
            <a:tbl>
              <a:tblPr>
                <a:tableStyleId>{0E3FDE45-AF77-4B5C-9715-49D594BDF05E}</a:tableStyleId>
              </a:tblPr>
              <a:tblGrid>
                <a:gridCol w="943507">
                  <a:extLst>
                    <a:ext uri="{9D8B030D-6E8A-4147-A177-3AD203B41FA5}">
                      <a16:colId xmlns:a16="http://schemas.microsoft.com/office/drawing/2014/main" val="1557693294"/>
                    </a:ext>
                  </a:extLst>
                </a:gridCol>
                <a:gridCol w="149227">
                  <a:extLst>
                    <a:ext uri="{9D8B030D-6E8A-4147-A177-3AD203B41FA5}">
                      <a16:colId xmlns:a16="http://schemas.microsoft.com/office/drawing/2014/main" val="2268928379"/>
                    </a:ext>
                  </a:extLst>
                </a:gridCol>
                <a:gridCol w="5024023">
                  <a:extLst>
                    <a:ext uri="{9D8B030D-6E8A-4147-A177-3AD203B41FA5}">
                      <a16:colId xmlns:a16="http://schemas.microsoft.com/office/drawing/2014/main" val="4011555705"/>
                    </a:ext>
                  </a:extLst>
                </a:gridCol>
                <a:gridCol w="5173251">
                  <a:extLst>
                    <a:ext uri="{9D8B030D-6E8A-4147-A177-3AD203B41FA5}">
                      <a16:colId xmlns:a16="http://schemas.microsoft.com/office/drawing/2014/main" val="2900610318"/>
                    </a:ext>
                  </a:extLst>
                </a:gridCol>
                <a:gridCol w="890449">
                  <a:extLst>
                    <a:ext uri="{9D8B030D-6E8A-4147-A177-3AD203B41FA5}">
                      <a16:colId xmlns:a16="http://schemas.microsoft.com/office/drawing/2014/main" val="3063779762"/>
                    </a:ext>
                  </a:extLst>
                </a:gridCol>
              </a:tblGrid>
              <a:tr h="275237">
                <a:tc gridSpan="2">
                  <a:txBody>
                    <a:bodyPr/>
                    <a:lstStyle/>
                    <a:p>
                      <a:pPr marL="91440" algn="l" defTabSz="685800" rtl="0" eaLnBrk="1" fontAlgn="b" latinLnBrk="0" hangingPunct="1">
                        <a:lnSpc>
                          <a:spcPct val="100000"/>
                        </a:lnSpc>
                      </a:pPr>
                      <a:r>
                        <a:rPr lang="en-US" sz="850" b="1" u="none" strike="noStrike" kern="1200" dirty="0">
                          <a:ln w="3175">
                            <a:noFill/>
                          </a:ln>
                          <a:solidFill>
                            <a:srgbClr val="FFFFFF"/>
                          </a:solidFill>
                          <a:effectLst/>
                          <a:latin typeface="+mn-lt"/>
                          <a:ea typeface="+mn-ea"/>
                          <a:cs typeface="+mn-cs"/>
                        </a:rPr>
                        <a:t>Response Parameters</a:t>
                      </a:r>
                    </a:p>
                  </a:txBody>
                  <a:tcPr marL="5075" marR="5075" marT="5075" marB="0" anchor="ctr">
                    <a:lnR>
                      <a:noFill/>
                    </a:lnR>
                    <a:lnT w="6350" cap="flat" cmpd="sng" algn="ctr">
                      <a:solidFill>
                        <a:schemeClr val="bg1"/>
                      </a:solidFill>
                      <a:prstDash val="solid"/>
                      <a:round/>
                      <a:headEnd type="none" w="med" len="med"/>
                      <a:tailEnd type="none" w="med" len="med"/>
                    </a:lnT>
                    <a:solidFill>
                      <a:schemeClr val="accent5"/>
                    </a:solidFill>
                  </a:tcPr>
                </a:tc>
                <a:tc hMerge="1">
                  <a:txBody>
                    <a:bodyPr/>
                    <a:lstStyle/>
                    <a:p>
                      <a:pPr marL="91440" algn="l" defTabSz="685800" rtl="0" eaLnBrk="1" fontAlgn="b" latinLnBrk="0" hangingPunct="1">
                        <a:lnSpc>
                          <a:spcPct val="100000"/>
                        </a:lnSpc>
                      </a:pPr>
                      <a:endParaRPr lang="en-US" sz="900" b="1" u="none" strike="noStrike" kern="1200" dirty="0">
                        <a:ln w="3175">
                          <a:noFill/>
                        </a:ln>
                        <a:solidFill>
                          <a:srgbClr val="FFFFFF"/>
                        </a:solidFill>
                        <a:effectLst/>
                        <a:latin typeface="+mn-lt"/>
                        <a:ea typeface="+mn-ea"/>
                        <a:cs typeface="+mn-cs"/>
                      </a:endParaRPr>
                    </a:p>
                  </a:txBody>
                  <a:tcPr marL="5075" marR="5075" marT="5075" marB="0" anchor="ctr">
                    <a:lnL>
                      <a:noFill/>
                    </a:lnL>
                    <a:lnR>
                      <a:noFill/>
                    </a:lnR>
                    <a:lnT w="6350" cap="flat" cmpd="sng" algn="ctr">
                      <a:solidFill>
                        <a:schemeClr val="bg1"/>
                      </a:solidFill>
                      <a:prstDash val="solid"/>
                      <a:round/>
                      <a:headEnd type="none" w="med" len="med"/>
                      <a:tailEnd type="none" w="med" len="med"/>
                    </a:lnT>
                    <a:solidFill>
                      <a:schemeClr val="accent5"/>
                    </a:solidFill>
                  </a:tcPr>
                </a:tc>
                <a:tc>
                  <a:txBody>
                    <a:bodyPr/>
                    <a:lstStyle/>
                    <a:p>
                      <a:pPr marL="91440" algn="l" defTabSz="685800" rtl="0" eaLnBrk="1" fontAlgn="b" latinLnBrk="0" hangingPunct="1">
                        <a:lnSpc>
                          <a:spcPct val="100000"/>
                        </a:lnSpc>
                      </a:pPr>
                      <a:r>
                        <a:rPr lang="en-US" sz="850" b="1" u="none" strike="noStrike" kern="1200" dirty="0">
                          <a:ln w="3175">
                            <a:noFill/>
                          </a:ln>
                          <a:solidFill>
                            <a:srgbClr val="FFFFFF"/>
                          </a:solidFill>
                          <a:effectLst/>
                          <a:latin typeface="+mn-lt"/>
                          <a:ea typeface="+mn-ea"/>
                          <a:cs typeface="+mn-cs"/>
                        </a:rPr>
                        <a:t>Description</a:t>
                      </a:r>
                    </a:p>
                  </a:txBody>
                  <a:tcPr marL="5075" marR="5075" marT="9144" marB="0" anchor="ctr">
                    <a:lnL>
                      <a:noFill/>
                    </a:lnL>
                    <a:lnR>
                      <a:noFill/>
                    </a:lnR>
                    <a:lnT w="635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solidFill>
                  </a:tcPr>
                </a:tc>
                <a:tc>
                  <a:txBody>
                    <a:bodyPr/>
                    <a:lstStyle/>
                    <a:p>
                      <a:pPr marL="91440" algn="l" defTabSz="685800" rtl="0" eaLnBrk="1" fontAlgn="b" latinLnBrk="0" hangingPunct="1">
                        <a:lnSpc>
                          <a:spcPct val="100000"/>
                        </a:lnSpc>
                      </a:pPr>
                      <a:r>
                        <a:rPr lang="en-US" sz="850" b="1" u="none" strike="noStrike" kern="1200">
                          <a:ln w="3175">
                            <a:noFill/>
                          </a:ln>
                          <a:solidFill>
                            <a:srgbClr val="FFFFFF"/>
                          </a:solidFill>
                          <a:effectLst/>
                          <a:latin typeface="+mn-lt"/>
                          <a:ea typeface="+mn-ea"/>
                          <a:cs typeface="+mn-cs"/>
                        </a:rPr>
                        <a:t>Participant(s) Response</a:t>
                      </a:r>
                      <a:endParaRPr lang="en-US" sz="850" b="1" u="none" strike="noStrike" kern="1200" dirty="0">
                        <a:ln w="3175">
                          <a:noFill/>
                        </a:ln>
                        <a:solidFill>
                          <a:srgbClr val="FFFFFF"/>
                        </a:solidFill>
                        <a:effectLst/>
                        <a:latin typeface="+mn-lt"/>
                        <a:ea typeface="+mn-ea"/>
                        <a:cs typeface="+mn-cs"/>
                      </a:endParaRPr>
                    </a:p>
                  </a:txBody>
                  <a:tcPr marL="5075" marR="5075" marT="9144" marB="0" anchor="ctr">
                    <a:lnL>
                      <a:noFill/>
                    </a:lnL>
                    <a:lnR>
                      <a:noFill/>
                    </a:lnR>
                    <a:lnT w="635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solidFill>
                      <a:schemeClr val="accent5"/>
                    </a:solidFill>
                  </a:tcPr>
                </a:tc>
                <a:tc>
                  <a:txBody>
                    <a:bodyPr/>
                    <a:lstStyle/>
                    <a:p>
                      <a:pPr marL="91440" algn="l" defTabSz="685800" rtl="0" eaLnBrk="1" fontAlgn="b" latinLnBrk="0" hangingPunct="1">
                        <a:lnSpc>
                          <a:spcPct val="100000"/>
                        </a:lnSpc>
                      </a:pPr>
                      <a:r>
                        <a:rPr lang="en-US" sz="850" b="1" u="none" strike="noStrike" kern="1200" dirty="0">
                          <a:ln w="3175">
                            <a:noFill/>
                          </a:ln>
                          <a:solidFill>
                            <a:srgbClr val="FFFFFF"/>
                          </a:solidFill>
                          <a:effectLst/>
                          <a:latin typeface="+mn-lt"/>
                          <a:ea typeface="+mn-ea"/>
                          <a:cs typeface="+mn-cs"/>
                        </a:rPr>
                        <a:t>Weightage</a:t>
                      </a:r>
                    </a:p>
                  </a:txBody>
                  <a:tcPr marL="5075" marR="5075" marT="9144" marB="0" anchor="ctr">
                    <a:lnL>
                      <a:noFill/>
                    </a:lnL>
                    <a:lnT w="6350" cap="flat" cmpd="sng" algn="ctr">
                      <a:solidFill>
                        <a:schemeClr val="bg1"/>
                      </a:solidFill>
                      <a:prstDash val="solid"/>
                      <a:round/>
                      <a:headEnd type="none" w="med" len="med"/>
                      <a:tailEnd type="none" w="med" len="med"/>
                    </a:lnT>
                    <a:solidFill>
                      <a:schemeClr val="accent1"/>
                    </a:solidFill>
                  </a:tcPr>
                </a:tc>
                <a:extLst>
                  <a:ext uri="{0D108BD9-81ED-4DB2-BD59-A6C34878D82A}">
                    <a16:rowId xmlns:a16="http://schemas.microsoft.com/office/drawing/2014/main" val="1163502627"/>
                  </a:ext>
                </a:extLst>
              </a:tr>
              <a:tr h="535050">
                <a:tc gridSpan="2">
                  <a:txBody>
                    <a:bodyPr/>
                    <a:lstStyle/>
                    <a:p>
                      <a:pPr marL="91440" algn="l" fontAlgn="b">
                        <a:lnSpc>
                          <a:spcPct val="100000"/>
                        </a:lnSpc>
                      </a:pPr>
                      <a:r>
                        <a:rPr lang="en-US" sz="850" b="0" u="none" strike="noStrike" dirty="0">
                          <a:ln w="3175">
                            <a:noFill/>
                          </a:ln>
                          <a:solidFill>
                            <a:srgbClr val="000000"/>
                          </a:solidFill>
                          <a:effectLst/>
                        </a:rPr>
                        <a:t>Feasibility</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B w="6350" cap="flat" cmpd="sng" algn="ctr">
                      <a:solidFill>
                        <a:schemeClr val="bg1"/>
                      </a:solidFill>
                      <a:prstDash val="solid"/>
                      <a:round/>
                      <a:headEnd type="none" w="med" len="med"/>
                      <a:tailEnd type="none" w="med" len="med"/>
                    </a:lnB>
                    <a:solidFill>
                      <a:schemeClr val="accent1">
                        <a:lumMod val="20000"/>
                        <a:lumOff val="80000"/>
                      </a:schemeClr>
                    </a:solidFill>
                  </a:tcPr>
                </a:tc>
                <a:tc hMerge="1">
                  <a:txBody>
                    <a:bodyPr/>
                    <a:lstStyle/>
                    <a:p>
                      <a:pPr marL="91440" algn="l" fontAlgn="b">
                        <a:lnSpc>
                          <a:spcPct val="100000"/>
                        </a:lnSpc>
                      </a:pPr>
                      <a:endParaRPr lang="en-US" sz="9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algn="l" fontAlgn="b">
                        <a:lnSpc>
                          <a:spcPct val="100000"/>
                        </a:lnSpc>
                      </a:pPr>
                      <a:r>
                        <a:rPr lang="en-US" sz="850" b="0" u="none" strike="noStrike">
                          <a:ln w="3175">
                            <a:noFill/>
                          </a:ln>
                          <a:solidFill>
                            <a:srgbClr val="000000"/>
                          </a:solidFill>
                          <a:effectLst/>
                        </a:rPr>
                        <a:t>Is the proposed solution feasible to implement in terms of technical feasibility, economic viability and ability to fit within existing systems or processes? Substantiate.</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a:noFill/>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320040" indent="-228600" algn="l" fontAlgn="b">
                        <a:lnSpc>
                          <a:spcPct val="100000"/>
                        </a:lnSpc>
                        <a:buFont typeface="+mj-lt"/>
                        <a:buAutoNum type="arabicPeriod"/>
                      </a:pPr>
                      <a:r>
                        <a:rPr lang="en-IN" sz="850" dirty="0"/>
                        <a:t xml:space="preserve">Technically solid for pilot scope, hash-chaining and dashboards are well-established patterns, nothing unproven </a:t>
                      </a:r>
                    </a:p>
                    <a:p>
                      <a:pPr marL="320040" indent="-228600" algn="l" fontAlgn="b">
                        <a:lnSpc>
                          <a:spcPct val="100000"/>
                        </a:lnSpc>
                        <a:buFont typeface="+mj-lt"/>
                        <a:buAutoNum type="arabicPeriod"/>
                      </a:pPr>
                      <a:r>
                        <a:rPr lang="en-IN" sz="850" dirty="0"/>
                        <a:t xml:space="preserve">Low capital cost using open-source tooling and standard cloud infra </a:t>
                      </a:r>
                    </a:p>
                    <a:p>
                      <a:pPr marL="320040" indent="-228600" algn="l" fontAlgn="b">
                        <a:lnSpc>
                          <a:spcPct val="100000"/>
                        </a:lnSpc>
                        <a:buFont typeface="+mj-lt"/>
                        <a:buAutoNum type="arabicPeriod"/>
                      </a:pPr>
                      <a:r>
                        <a:rPr lang="en-IN" sz="850" dirty="0"/>
                        <a:t>Wraps around existing agents via a simple API, so it doesn't force a rebuild of anything</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a:noFill/>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algn="ctr" fontAlgn="b">
                        <a:lnSpc>
                          <a:spcPct val="100000"/>
                        </a:lnSpc>
                      </a:pPr>
                      <a:r>
                        <a:rPr lang="en-US" sz="850" b="0" u="none" strike="noStrike" dirty="0">
                          <a:ln w="3175">
                            <a:noFill/>
                          </a:ln>
                          <a:solidFill>
                            <a:srgbClr val="000000"/>
                          </a:solidFill>
                          <a:effectLst/>
                        </a:rPr>
                        <a:t>10</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nchorCtr="1">
                    <a:lnB w="63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93493508"/>
                  </a:ext>
                </a:extLst>
              </a:tr>
              <a:tr h="502779">
                <a:tc gridSpan="2">
                  <a:txBody>
                    <a:bodyPr/>
                    <a:lstStyle/>
                    <a:p>
                      <a:pPr marL="91440">
                        <a:lnSpc>
                          <a:spcPct val="100000"/>
                        </a:lnSpc>
                      </a:pPr>
                      <a:r>
                        <a:rPr lang="en-US" sz="850" b="0" u="none" strike="noStrike" dirty="0">
                          <a:ln w="3175">
                            <a:noFill/>
                          </a:ln>
                          <a:solidFill>
                            <a:srgbClr val="000000"/>
                          </a:solidFill>
                          <a:effectLst/>
                        </a:rPr>
                        <a:t>Flexibility &amp; Scalability</a:t>
                      </a:r>
                      <a:endParaRPr lang="en-US" sz="850" dirty="0"/>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hMerge="1">
                  <a:txBody>
                    <a:bodyPr/>
                    <a:lstStyle/>
                    <a:p>
                      <a:pPr marL="91440">
                        <a:lnSpc>
                          <a:spcPct val="100000"/>
                        </a:lnSpc>
                      </a:pPr>
                      <a:endParaRPr lang="en-US" sz="900" dirty="0"/>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marL="91440">
                        <a:lnSpc>
                          <a:spcPct val="100000"/>
                        </a:lnSpc>
                      </a:pPr>
                      <a:r>
                        <a:rPr lang="en-US" sz="850" b="0" u="none" strike="noStrike">
                          <a:ln w="3175">
                            <a:noFill/>
                          </a:ln>
                          <a:solidFill>
                            <a:srgbClr val="000000"/>
                          </a:solidFill>
                          <a:effectLst/>
                        </a:rPr>
                        <a:t>Is the proposed solution flexible to accommodate future growth or changes in business needs and does it also have the potential to be expanded or replicated on a larger scale? Substantiate.</a:t>
                      </a:r>
                      <a:endParaRPr lang="en-US" sz="850" dirty="0"/>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marL="320040" indent="-228600">
                        <a:lnSpc>
                          <a:spcPct val="100000"/>
                        </a:lnSpc>
                        <a:buFont typeface="+mj-lt"/>
                        <a:buAutoNum type="arabicPeriod"/>
                      </a:pPr>
                      <a:r>
                        <a:rPr lang="en-IN" sz="850"/>
                        <a:t xml:space="preserve">Core schema is domain-agnostic with an extension field for industry-specific detail </a:t>
                      </a:r>
                    </a:p>
                    <a:p>
                      <a:pPr marL="320040" indent="-228600">
                        <a:lnSpc>
                          <a:spcPct val="100000"/>
                        </a:lnSpc>
                        <a:buFont typeface="+mj-lt"/>
                        <a:buAutoNum type="arabicPeriod"/>
                      </a:pPr>
                      <a:r>
                        <a:rPr lang="en-IN" sz="850"/>
                        <a:t xml:space="preserve">New agent types get added by extending the schema, not rebuilding the platform </a:t>
                      </a:r>
                    </a:p>
                    <a:p>
                      <a:pPr marL="320040" indent="-228600">
                        <a:lnSpc>
                          <a:spcPct val="100000"/>
                        </a:lnSpc>
                        <a:buFont typeface="+mj-lt"/>
                        <a:buAutoNum type="arabicPeriod"/>
                      </a:pPr>
                      <a:r>
                        <a:rPr lang="en-IN" sz="850"/>
                        <a:t>Log storage scales linearly and can be replicated across business units or offered as a standalone product</a:t>
                      </a:r>
                      <a:endParaRPr lang="en-US" sz="850" dirty="0"/>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rowSpan="2">
                  <a:txBody>
                    <a:bodyPr/>
                    <a:lstStyle/>
                    <a:p>
                      <a:pPr marL="91440" algn="ctr" fontAlgn="b">
                        <a:lnSpc>
                          <a:spcPct val="100000"/>
                        </a:lnSpc>
                      </a:pPr>
                      <a:r>
                        <a:rPr lang="en-US" sz="850" b="0" u="none" strike="noStrike" dirty="0">
                          <a:ln w="3175">
                            <a:noFill/>
                          </a:ln>
                          <a:solidFill>
                            <a:srgbClr val="000000"/>
                          </a:solidFill>
                          <a:effectLst/>
                        </a:rPr>
                        <a:t>10</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nchorCtr="1">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extLst>
                  <a:ext uri="{0D108BD9-81ED-4DB2-BD59-A6C34878D82A}">
                    <a16:rowId xmlns:a16="http://schemas.microsoft.com/office/drawing/2014/main" val="644706813"/>
                  </a:ext>
                </a:extLst>
              </a:tr>
              <a:tr h="627321">
                <a:tc gridSpan="2">
                  <a:txBody>
                    <a:bodyPr/>
                    <a:lstStyle/>
                    <a:p>
                      <a:pPr marL="91440" algn="l" fontAlgn="b">
                        <a:lnSpc>
                          <a:spcPct val="100000"/>
                        </a:lnSpc>
                      </a:pPr>
                      <a:r>
                        <a:rPr lang="en-US" sz="850" b="0" u="none" strike="noStrike" dirty="0">
                          <a:ln w="3175">
                            <a:noFill/>
                          </a:ln>
                          <a:solidFill>
                            <a:srgbClr val="000000"/>
                          </a:solidFill>
                          <a:effectLst/>
                        </a:rPr>
                        <a:t>Security &amp; Compliance</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hMerge="1">
                  <a:txBody>
                    <a:bodyPr/>
                    <a:lstStyle/>
                    <a:p>
                      <a:pPr marL="91440" algn="l" fontAlgn="b">
                        <a:lnSpc>
                          <a:spcPct val="100000"/>
                        </a:lnSpc>
                      </a:pPr>
                      <a:endParaRPr lang="en-US" sz="9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marL="91440" algn="l" fontAlgn="b">
                        <a:lnSpc>
                          <a:spcPct val="100000"/>
                        </a:lnSpc>
                      </a:pPr>
                      <a:r>
                        <a:rPr lang="en-US" sz="850" b="0" u="none" strike="noStrike" dirty="0">
                          <a:ln w="3175">
                            <a:noFill/>
                          </a:ln>
                          <a:solidFill>
                            <a:srgbClr val="000000"/>
                          </a:solidFill>
                          <a:effectLst/>
                        </a:rPr>
                        <a:t>Does the proposed solution meet all necessary security standards and regulations relevant to the industry which includes data protection and privacy regulations. Illustrate.</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marL="320040" indent="-228600" algn="l" fontAlgn="b">
                        <a:lnSpc>
                          <a:spcPct val="100000"/>
                        </a:lnSpc>
                        <a:buFont typeface="+mj-lt"/>
                        <a:buAutoNum type="arabicPeriod"/>
                      </a:pPr>
                      <a:r>
                        <a:rPr lang="en-IN" sz="850" dirty="0"/>
                        <a:t xml:space="preserve">All records encrypted at rest and in transit; access is role-based (a claims auditor only sees claims records) </a:t>
                      </a:r>
                    </a:p>
                    <a:p>
                      <a:pPr marL="320040" indent="-228600" algn="l" fontAlgn="b">
                        <a:lnSpc>
                          <a:spcPct val="100000"/>
                        </a:lnSpc>
                        <a:buFont typeface="+mj-lt"/>
                        <a:buAutoNum type="arabicPeriod"/>
                      </a:pPr>
                      <a:r>
                        <a:rPr lang="en-IN" sz="850" dirty="0"/>
                        <a:t xml:space="preserve">PII can be redacted while the decision logic stays auditable fits </a:t>
                      </a:r>
                    </a:p>
                    <a:p>
                      <a:pPr marL="320040" indent="-228600" algn="l" fontAlgn="b">
                        <a:lnSpc>
                          <a:spcPct val="100000"/>
                        </a:lnSpc>
                        <a:buFont typeface="+mj-lt"/>
                        <a:buAutoNum type="arabicPeriod"/>
                      </a:pPr>
                      <a:r>
                        <a:rPr lang="en-IN" sz="850" dirty="0"/>
                        <a:t>GDPR-style "right to explanation" The hash-chain itself is a compliance asset it proves nothing was altered after the fact; schema maps to SR 11-7-style model-risk docs (finance) and HIPAA audit-log rules (healthcare) in production</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vMerge="1">
                  <a:txBody>
                    <a:bodyPr/>
                    <a:lstStyle/>
                    <a:p>
                      <a:pPr algn="ctr" fontAlgn="b">
                        <a:lnSpc>
                          <a:spcPct val="80000"/>
                        </a:lnSpc>
                      </a:pPr>
                      <a:r>
                        <a:rPr lang="en-US" sz="1000" b="0" u="none" strike="noStrike" dirty="0">
                          <a:ln w="3175">
                            <a:noFill/>
                          </a:ln>
                          <a:solidFill>
                            <a:srgbClr val="000000"/>
                          </a:solidFill>
                          <a:effectLst/>
                        </a:rPr>
                        <a:t>10</a:t>
                      </a:r>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solidFill>
                      <a:schemeClr val="accent1">
                        <a:lumMod val="20000"/>
                        <a:lumOff val="80000"/>
                      </a:schemeClr>
                    </a:solidFill>
                  </a:tcPr>
                </a:tc>
                <a:extLst>
                  <a:ext uri="{0D108BD9-81ED-4DB2-BD59-A6C34878D82A}">
                    <a16:rowId xmlns:a16="http://schemas.microsoft.com/office/drawing/2014/main" val="1550427465"/>
                  </a:ext>
                </a:extLst>
              </a:tr>
              <a:tr h="282892">
                <a:tc gridSpan="4">
                  <a:txBody>
                    <a:bodyPr/>
                    <a:lstStyle/>
                    <a:p>
                      <a:pPr marL="91440" algn="l" fontAlgn="b">
                        <a:lnSpc>
                          <a:spcPct val="100000"/>
                        </a:lnSpc>
                      </a:pPr>
                      <a:r>
                        <a:rPr lang="en-US" sz="850" b="1" i="0" u="none" strike="noStrike" dirty="0">
                          <a:ln w="3175">
                            <a:noFill/>
                          </a:ln>
                          <a:solidFill>
                            <a:schemeClr val="bg1"/>
                          </a:solidFill>
                          <a:effectLst/>
                          <a:latin typeface="Calibri" panose="020F0502020204030204" pitchFamily="34" charset="0"/>
                          <a:cs typeface="Calibri" panose="020F0502020204030204" pitchFamily="34" charset="0"/>
                        </a:rPr>
                        <a:t>Proposed Tech Stack</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lnT w="6350" cap="flat" cmpd="sng" algn="ctr">
                      <a:solidFill>
                        <a:schemeClr val="bg1"/>
                      </a:solidFill>
                      <a:prstDash val="solid"/>
                      <a:round/>
                      <a:headEnd type="none" w="med" len="med"/>
                      <a:tailEnd type="none" w="med" len="med"/>
                    </a:lnT>
                  </a:tcPr>
                </a:tc>
                <a:tc>
                  <a:txBody>
                    <a:bodyPr/>
                    <a:lstStyle/>
                    <a:p>
                      <a:pPr marL="91440" algn="ctr" fontAlgn="b">
                        <a:lnSpc>
                          <a:spcPct val="100000"/>
                        </a:lnSpc>
                      </a:pPr>
                      <a:r>
                        <a:rPr lang="en-US" sz="850" b="1" i="0" u="none" strike="noStrike" dirty="0">
                          <a:ln w="3175">
                            <a:noFill/>
                          </a:ln>
                          <a:solidFill>
                            <a:schemeClr val="bg1"/>
                          </a:solidFill>
                          <a:effectLst/>
                          <a:latin typeface="Calibri" panose="020F0502020204030204" pitchFamily="34" charset="0"/>
                          <a:cs typeface="Calibri" panose="020F0502020204030204" pitchFamily="34" charset="0"/>
                        </a:rPr>
                        <a:t>15%</a:t>
                      </a:r>
                    </a:p>
                  </a:txBody>
                  <a:tcPr marL="5075" marR="5075" marT="5075" marB="0" anchor="ctr" anchorCtr="1">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002497615"/>
                  </a:ext>
                </a:extLst>
              </a:tr>
              <a:tr h="378236">
                <a:tc gridSpan="2">
                  <a:txBody>
                    <a:bodyPr/>
                    <a:lstStyle/>
                    <a:p>
                      <a:pPr marL="91440" algn="l" fontAlgn="b">
                        <a:lnSpc>
                          <a:spcPct val="100000"/>
                        </a:lnSpc>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Open Source/Licensed</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hMerge="1">
                  <a:txBody>
                    <a:bodyPr/>
                    <a:lstStyle/>
                    <a:p>
                      <a:pPr marL="91440" algn="l" fontAlgn="b">
                        <a:lnSpc>
                          <a:spcPct val="100000"/>
                        </a:lnSpc>
                      </a:pPr>
                      <a:endParaRPr lang="en-US" sz="9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marL="91440" algn="l" fontAlgn="b">
                        <a:lnSpc>
                          <a:spcPct val="100000"/>
                        </a:lnSpc>
                      </a:pPr>
                      <a:r>
                        <a:rPr lang="en-US" sz="850" b="0" i="0" u="none" strike="noStrike" dirty="0">
                          <a:ln w="3175">
                            <a:noFill/>
                          </a:ln>
                          <a:solidFill>
                            <a:srgbClr val="000000"/>
                          </a:solidFill>
                          <a:effectLst/>
                          <a:latin typeface="Calibri"/>
                          <a:cs typeface="Calibri"/>
                        </a:rPr>
                        <a:t>Is the tech stack and data sets for proposed solution Open Source or Licensed?</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a:txBody>
                    <a:bodyPr/>
                    <a:lstStyle/>
                    <a:p>
                      <a:pPr marL="320040" indent="-228600" algn="l" fontAlgn="b">
                        <a:lnSpc>
                          <a:spcPct val="100000"/>
                        </a:lnSpc>
                        <a:buFont typeface="+mj-lt"/>
                        <a:buAutoNum type="arabicPeriod"/>
                      </a:pPr>
                      <a:r>
                        <a:rPr lang="en-IN" sz="850" dirty="0"/>
                        <a:t xml:space="preserve">Mostly open source: </a:t>
                      </a:r>
                      <a:r>
                        <a:rPr lang="en-IN" sz="850" dirty="0" err="1"/>
                        <a:t>FastAPI</a:t>
                      </a:r>
                      <a:r>
                        <a:rPr lang="en-IN" sz="850" dirty="0"/>
                        <a:t>/Express backend, PostgreSQL or event-store,</a:t>
                      </a:r>
                    </a:p>
                    <a:p>
                      <a:pPr marL="320040" indent="-228600" algn="l" fontAlgn="b">
                        <a:lnSpc>
                          <a:spcPct val="100000"/>
                        </a:lnSpc>
                        <a:buFont typeface="+mj-lt"/>
                        <a:buAutoNum type="arabicPeriod"/>
                      </a:pPr>
                      <a:r>
                        <a:rPr lang="en-IN" sz="850" dirty="0"/>
                        <a:t>OpenSearch/Elasticsearch, React frontend One licensed piece: a pay-per-use LLM API for the demo agent</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B w="6350" cap="flat" cmpd="sng" algn="ctr">
                      <a:solidFill>
                        <a:schemeClr val="bg1"/>
                      </a:solidFill>
                      <a:prstDash val="solid"/>
                      <a:round/>
                      <a:headEnd type="none" w="med" len="med"/>
                      <a:tailEnd type="none" w="med" len="med"/>
                    </a:lnB>
                    <a:solidFill>
                      <a:srgbClr val="DDEFE8"/>
                    </a:solidFill>
                  </a:tcPr>
                </a:tc>
                <a:tc>
                  <a:txBody>
                    <a:bodyPr/>
                    <a:lstStyle/>
                    <a:p>
                      <a:pPr marL="91440" algn="ctr" fontAlgn="b">
                        <a:lnSpc>
                          <a:spcPct val="100000"/>
                        </a:lnSpc>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5</a:t>
                      </a:r>
                    </a:p>
                  </a:txBody>
                  <a:tcPr marL="5075" marR="5075" marT="5075" marB="0" anchor="ctr" anchorCtr="1">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extLst>
                  <a:ext uri="{0D108BD9-81ED-4DB2-BD59-A6C34878D82A}">
                    <a16:rowId xmlns:a16="http://schemas.microsoft.com/office/drawing/2014/main" val="1013873657"/>
                  </a:ext>
                </a:extLst>
              </a:tr>
              <a:tr h="627321">
                <a:tc gridSpan="2">
                  <a:txBody>
                    <a:bodyPr/>
                    <a:lstStyle/>
                    <a:p>
                      <a:pPr marL="91440">
                        <a:lnSpc>
                          <a:spcPct val="100000"/>
                        </a:lnSpc>
                      </a:pPr>
                      <a:r>
                        <a:rPr lang="en-US" sz="850" b="0" i="0" u="none" strike="noStrike" dirty="0">
                          <a:ln w="3175">
                            <a:noFill/>
                          </a:ln>
                          <a:solidFill>
                            <a:srgbClr val="000000"/>
                          </a:solidFill>
                          <a:effectLst/>
                          <a:latin typeface="Calibri"/>
                          <a:cs typeface="Calibri"/>
                        </a:rPr>
                        <a:t>U</a:t>
                      </a:r>
                      <a:r>
                        <a:rPr lang="en-US" sz="850" b="0" i="0" u="none" strike="noStrike" kern="1200" dirty="0">
                          <a:ln w="3175">
                            <a:noFill/>
                          </a:ln>
                          <a:solidFill>
                            <a:srgbClr val="000000"/>
                          </a:solidFill>
                          <a:effectLst/>
                          <a:latin typeface="Calibri"/>
                          <a:ea typeface="+mn-ea"/>
                          <a:cs typeface="Calibri"/>
                        </a:rPr>
                        <a:t>se of Exponential Technology</a:t>
                      </a:r>
                      <a:br>
                        <a:rPr lang="en-US" sz="850" b="0" i="0" u="none" strike="noStrike" dirty="0">
                          <a:ln w="3175">
                            <a:noFill/>
                          </a:ln>
                          <a:solidFill>
                            <a:srgbClr val="000000"/>
                          </a:solidFill>
                          <a:effectLst/>
                          <a:latin typeface="Calibri"/>
                          <a:cs typeface="Calibri"/>
                        </a:rPr>
                      </a:br>
                      <a:endParaRPr lang="en-US" sz="850" dirty="0">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91440">
                        <a:lnSpc>
                          <a:spcPct val="100000"/>
                        </a:lnSpc>
                      </a:pPr>
                      <a:endParaRPr lang="en-US" sz="900" dirty="0">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91440">
                        <a:lnSpc>
                          <a:spcPct val="100000"/>
                        </a:lnSpc>
                      </a:pPr>
                      <a:r>
                        <a:rPr lang="en-US" sz="850" b="0" i="0" u="none" strike="noStrike">
                          <a:ln w="3175">
                            <a:noFill/>
                          </a:ln>
                          <a:solidFill>
                            <a:srgbClr val="000000"/>
                          </a:solidFill>
                          <a:effectLst/>
                          <a:latin typeface="Calibri"/>
                          <a:cs typeface="Calibri"/>
                        </a:rPr>
                        <a:t>Does the solution leverage or use edge technology, AI, IOT,  robotics, drones, 3D printing, biotech, data processing, neurotech, nanotech, solar energy?</a:t>
                      </a:r>
                      <a:endParaRPr lang="en-US" sz="850" dirty="0">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320040" indent="-228600">
                        <a:lnSpc>
                          <a:spcPct val="100000"/>
                        </a:lnSpc>
                        <a:buFont typeface="+mj-lt"/>
                        <a:buAutoNum type="arabicPeriod"/>
                      </a:pPr>
                      <a:r>
                        <a:rPr lang="en-IN" sz="850" dirty="0"/>
                        <a:t xml:space="preserve">Agentic AI is the core of the use case, not a bolt-on, the whole system exists to govern agent decisions </a:t>
                      </a:r>
                    </a:p>
                    <a:p>
                      <a:pPr marL="320040" indent="-228600">
                        <a:lnSpc>
                          <a:spcPct val="100000"/>
                        </a:lnSpc>
                        <a:buFont typeface="+mj-lt"/>
                        <a:buAutoNum type="arabicPeriod"/>
                      </a:pPr>
                      <a:r>
                        <a:rPr lang="en-IN" sz="850" dirty="0"/>
                        <a:t xml:space="preserve">Also uses structured data processing to turn messy inputs (policy text, case data) into a standard schema </a:t>
                      </a:r>
                    </a:p>
                    <a:p>
                      <a:pPr marL="320040" indent="-228600">
                        <a:lnSpc>
                          <a:spcPct val="100000"/>
                        </a:lnSpc>
                        <a:buFont typeface="+mj-lt"/>
                        <a:buAutoNum type="arabicPeriod"/>
                      </a:pPr>
                      <a:r>
                        <a:rPr lang="en-IN" sz="850" dirty="0"/>
                        <a:t>Deliberately out of scope: IoT, robotics, biotech, neurotech, nanotech, solar</a:t>
                      </a:r>
                      <a:endParaRPr lang="en-US" sz="850" dirty="0">
                        <a:latin typeface="Calibri"/>
                        <a:cs typeface="Calibri"/>
                      </a:endParaRP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3">
                  <a:txBody>
                    <a:bodyPr/>
                    <a:lstStyle/>
                    <a:p>
                      <a:pPr marL="91440" algn="ctr" fontAlgn="b">
                        <a:lnSpc>
                          <a:spcPct val="100000"/>
                        </a:lnSpc>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10</a:t>
                      </a:r>
                    </a:p>
                  </a:txBody>
                  <a:tcPr marL="5075" marR="5075" marT="5075" marB="0" anchor="ctr" anchorCtr="1">
                    <a:lnL>
                      <a:noFill/>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434179708"/>
                  </a:ext>
                </a:extLst>
              </a:tr>
              <a:tr h="464264">
                <a:tc gridSpan="2">
                  <a:txBody>
                    <a:bodyPr/>
                    <a:lstStyle/>
                    <a:p>
                      <a:pPr marL="91440" algn="l" fontAlgn="b">
                        <a:lnSpc>
                          <a:spcPct val="100000"/>
                        </a:lnSpc>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Integration</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hMerge="1">
                  <a:txBody>
                    <a:bodyPr/>
                    <a:lstStyle/>
                    <a:p>
                      <a:pPr marL="91440" algn="l" fontAlgn="b">
                        <a:lnSpc>
                          <a:spcPct val="100000"/>
                        </a:lnSpc>
                      </a:pPr>
                      <a:endParaRPr lang="en-US" sz="9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algn="l" fontAlgn="b">
                        <a:lnSpc>
                          <a:spcPct val="100000"/>
                        </a:lnSpc>
                      </a:pPr>
                      <a:r>
                        <a:rPr lang="en-US" sz="850" b="0" i="0" u="none" strike="noStrike">
                          <a:ln w="3175">
                            <a:noFill/>
                          </a:ln>
                          <a:solidFill>
                            <a:srgbClr val="000000"/>
                          </a:solidFill>
                          <a:effectLst/>
                          <a:latin typeface="Calibri" panose="020F0502020204030204" pitchFamily="34" charset="0"/>
                          <a:cs typeface="Calibri" panose="020F0502020204030204" pitchFamily="34" charset="0"/>
                        </a:rPr>
                        <a:t>Can the proposed solution integrate with existing systems and workflows without causing significant disruption or requiring substantial changes? Illustrate.</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320040" indent="-228600" algn="l" fontAlgn="b">
                        <a:lnSpc>
                          <a:spcPct val="100000"/>
                        </a:lnSpc>
                        <a:buFont typeface="+mj-lt"/>
                        <a:buAutoNum type="arabicPeriod"/>
                      </a:pPr>
                      <a:r>
                        <a:rPr lang="en-IN" sz="850" dirty="0"/>
                        <a:t>API-first design (REST/</a:t>
                      </a:r>
                      <a:r>
                        <a:rPr lang="en-IN" sz="850" dirty="0" err="1"/>
                        <a:t>GraphQL</a:t>
                      </a:r>
                      <a:r>
                        <a:rPr lang="en-IN" sz="850" dirty="0"/>
                        <a:t xml:space="preserve">) connects to case management, policy repositories, and CRMs without forcing changes to those systems </a:t>
                      </a:r>
                    </a:p>
                    <a:p>
                      <a:pPr marL="320040" indent="-228600" algn="l" fontAlgn="b">
                        <a:lnSpc>
                          <a:spcPct val="100000"/>
                        </a:lnSpc>
                        <a:buFont typeface="+mj-lt"/>
                        <a:buAutoNum type="arabicPeriod"/>
                      </a:pPr>
                      <a:r>
                        <a:rPr lang="en-IN" sz="850" dirty="0"/>
                        <a:t>Pilot demonstrates this with one simulated agent and a mock case dataset</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vMerge="1">
                  <a:txBody>
                    <a:bodyPr/>
                    <a:lstStyle/>
                    <a:p>
                      <a:pPr algn="l" fontAlgn="b"/>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solidFill>
                      <a:schemeClr val="accent1">
                        <a:lumMod val="20000"/>
                        <a:lumOff val="80000"/>
                      </a:schemeClr>
                    </a:solidFill>
                  </a:tcPr>
                </a:tc>
                <a:extLst>
                  <a:ext uri="{0D108BD9-81ED-4DB2-BD59-A6C34878D82A}">
                    <a16:rowId xmlns:a16="http://schemas.microsoft.com/office/drawing/2014/main" val="2197082307"/>
                  </a:ext>
                </a:extLst>
              </a:tr>
              <a:tr h="402585">
                <a:tc gridSpan="2">
                  <a:txBody>
                    <a:bodyPr/>
                    <a:lstStyle/>
                    <a:p>
                      <a:pPr marL="91440" algn="l" fontAlgn="b">
                        <a:lnSpc>
                          <a:spcPct val="100000"/>
                        </a:lnSpc>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Competency/ Tools Required</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hMerge="1">
                  <a:txBody>
                    <a:bodyPr/>
                    <a:lstStyle/>
                    <a:p>
                      <a:pPr marL="91440" algn="l" fontAlgn="b">
                        <a:lnSpc>
                          <a:spcPct val="100000"/>
                        </a:lnSpc>
                      </a:pPr>
                      <a:endParaRPr lang="en-US" sz="9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algn="l" fontAlgn="b">
                        <a:lnSpc>
                          <a:spcPct val="100000"/>
                        </a:lnSpc>
                      </a:pPr>
                      <a:r>
                        <a:rPr lang="en-US" sz="850" b="0" i="0" u="none" strike="noStrike" kern="1200" dirty="0">
                          <a:ln w="3175">
                            <a:noFill/>
                          </a:ln>
                          <a:solidFill>
                            <a:srgbClr val="000000"/>
                          </a:solidFill>
                          <a:effectLst/>
                          <a:latin typeface="Calibri" panose="020F0502020204030204" pitchFamily="34" charset="0"/>
                          <a:ea typeface="+mn-ea"/>
                          <a:cs typeface="Calibri" panose="020F0502020204030204" pitchFamily="34" charset="0"/>
                        </a:rPr>
                        <a:t>List the tools and technology stack to be used in the proposed solution</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320040" indent="-228600" algn="l" fontAlgn="b">
                        <a:lnSpc>
                          <a:spcPct val="100000"/>
                        </a:lnSpc>
                        <a:buFont typeface="+mj-lt"/>
                        <a:buAutoNum type="arabicPeriod"/>
                      </a:pPr>
                      <a:r>
                        <a:rPr lang="en-IN" sz="850" dirty="0"/>
                        <a:t xml:space="preserve">Backend: Python/Node.js, API design; </a:t>
                      </a:r>
                    </a:p>
                    <a:p>
                      <a:pPr marL="320040" indent="-228600" algn="l" fontAlgn="b">
                        <a:lnSpc>
                          <a:spcPct val="100000"/>
                        </a:lnSpc>
                        <a:buFont typeface="+mj-lt"/>
                        <a:buAutoNum type="arabicPeriod"/>
                      </a:pPr>
                      <a:r>
                        <a:rPr lang="en-IN" sz="850" dirty="0"/>
                        <a:t xml:space="preserve">Database: PostgreSQL, hash-chaining AI/ML: LLM API integration; </a:t>
                      </a:r>
                    </a:p>
                    <a:p>
                      <a:pPr marL="320040" indent="-228600" algn="l" fontAlgn="b">
                        <a:lnSpc>
                          <a:spcPct val="100000"/>
                        </a:lnSpc>
                        <a:buFont typeface="+mj-lt"/>
                        <a:buAutoNum type="arabicPeriod"/>
                      </a:pPr>
                      <a:r>
                        <a:rPr lang="en-IN" sz="850" dirty="0"/>
                        <a:t>Frontend: React, dashboard UX Security: RBAC, encryption, hash-chain verification; Domain: familiarity with the pilot domain's regulatory context (insurance claims or lending)</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vMerge="1">
                  <a:txBody>
                    <a:bodyPr/>
                    <a:lstStyle/>
                    <a:p>
                      <a:pPr algn="ctr" fontAlgn="b"/>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solidFill>
                      <a:schemeClr val="accent1">
                        <a:lumMod val="20000"/>
                        <a:lumOff val="80000"/>
                      </a:schemeClr>
                    </a:solidFill>
                  </a:tcPr>
                </a:tc>
                <a:extLst>
                  <a:ext uri="{0D108BD9-81ED-4DB2-BD59-A6C34878D82A}">
                    <a16:rowId xmlns:a16="http://schemas.microsoft.com/office/drawing/2014/main" val="189256722"/>
                  </a:ext>
                </a:extLst>
              </a:tr>
              <a:tr h="235934">
                <a:tc gridSpan="4">
                  <a:txBody>
                    <a:bodyPr/>
                    <a:lstStyle/>
                    <a:p>
                      <a:pPr marL="91440" algn="l" fontAlgn="b">
                        <a:lnSpc>
                          <a:spcPct val="100000"/>
                        </a:lnSpc>
                      </a:pPr>
                      <a:r>
                        <a:rPr lang="en-US" sz="850" b="1" i="0" u="none" strike="noStrike" kern="1200" dirty="0">
                          <a:solidFill>
                            <a:schemeClr val="bg1"/>
                          </a:solidFill>
                          <a:effectLst/>
                          <a:latin typeface="Calibri" panose="020F0502020204030204" pitchFamily="34" charset="0"/>
                          <a:ea typeface="Verdana" panose="020B0604030504040204" pitchFamily="34" charset="0"/>
                          <a:cs typeface="Calibri" panose="020F0502020204030204" pitchFamily="34" charset="0"/>
                        </a:rPr>
                        <a:t>Market Impact</a:t>
                      </a:r>
                      <a:endParaRPr lang="en-US" sz="850" b="1" i="0" u="none" strike="noStrike" dirty="0">
                        <a:ln w="3175">
                          <a:noFill/>
                        </a:ln>
                        <a:solidFill>
                          <a:schemeClr val="bg1"/>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lnT w="6350" cap="flat" cmpd="sng" algn="ctr">
                      <a:solidFill>
                        <a:schemeClr val="bg1"/>
                      </a:solidFill>
                      <a:prstDash val="solid"/>
                      <a:round/>
                      <a:headEnd type="none" w="med" len="med"/>
                      <a:tailEnd type="none" w="med" len="med"/>
                    </a:lnT>
                  </a:tcPr>
                </a:tc>
                <a:tc>
                  <a:txBody>
                    <a:bodyPr/>
                    <a:lstStyle/>
                    <a:p>
                      <a:pPr marL="91440" algn="ctr" fontAlgn="b">
                        <a:lnSpc>
                          <a:spcPct val="100000"/>
                        </a:lnSpc>
                      </a:pPr>
                      <a:r>
                        <a:rPr lang="en-US" sz="850" b="1" i="0" u="none" strike="noStrike" dirty="0">
                          <a:ln w="3175">
                            <a:noFill/>
                          </a:ln>
                          <a:solidFill>
                            <a:schemeClr val="bg1"/>
                          </a:solidFill>
                          <a:effectLst/>
                          <a:latin typeface="Calibri" panose="020F0502020204030204" pitchFamily="34" charset="0"/>
                          <a:cs typeface="Calibri" panose="020F0502020204030204" pitchFamily="34" charset="0"/>
                        </a:rPr>
                        <a:t>5%</a:t>
                      </a:r>
                    </a:p>
                  </a:txBody>
                  <a:tcPr marL="5075" marR="5075" marT="5075" marB="0" anchor="ctr" anchorCtr="1">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988859878"/>
                  </a:ext>
                </a:extLst>
              </a:tr>
              <a:tr h="543230">
                <a:tc gridSpan="2">
                  <a:txBody>
                    <a:bodyPr/>
                    <a:lstStyle/>
                    <a:p>
                      <a:pPr marL="91440" marR="0" lvl="0" indent="0" algn="l" defTabSz="914400" rtl="0" eaLnBrk="1" fontAlgn="b" latinLnBrk="0" hangingPunct="1">
                        <a:lnSpc>
                          <a:spcPct val="100000"/>
                        </a:lnSpc>
                        <a:spcBef>
                          <a:spcPts val="0"/>
                        </a:spcBef>
                        <a:spcAft>
                          <a:spcPts val="0"/>
                        </a:spcAft>
                        <a:buClrTx/>
                        <a:buSzTx/>
                        <a:buFontTx/>
                        <a:buNone/>
                        <a:tabLst/>
                        <a:defRPr/>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Potential Impact</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hMerge="1">
                  <a:txBody>
                    <a:bodyPr/>
                    <a:lstStyle/>
                    <a:p>
                      <a:pPr marL="91440" marR="0" lvl="0" indent="0" algn="l" defTabSz="914400" rtl="0" eaLnBrk="1" fontAlgn="b" latinLnBrk="0" hangingPunct="1">
                        <a:lnSpc>
                          <a:spcPct val="100000"/>
                        </a:lnSpc>
                        <a:spcBef>
                          <a:spcPts val="0"/>
                        </a:spcBef>
                        <a:spcAft>
                          <a:spcPts val="0"/>
                        </a:spcAft>
                        <a:buClrTx/>
                        <a:buSzTx/>
                        <a:buFontTx/>
                        <a:buNone/>
                        <a:tabLst/>
                        <a:defRPr/>
                      </a:pPr>
                      <a:endParaRPr lang="en-US" sz="9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marR="0" lvl="0" indent="0" algn="l" defTabSz="914400" rtl="0" eaLnBrk="1" fontAlgn="b" latinLnBrk="0" hangingPunct="1">
                        <a:lnSpc>
                          <a:spcPct val="100000"/>
                        </a:lnSpc>
                        <a:spcBef>
                          <a:spcPts val="0"/>
                        </a:spcBef>
                        <a:spcAft>
                          <a:spcPts val="0"/>
                        </a:spcAft>
                        <a:buClrTx/>
                        <a:buSzTx/>
                        <a:buFontTx/>
                        <a:buNone/>
                        <a:tabLst/>
                        <a:defRPr/>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Detail the impact of proposed solution in the market. What is its potential to deliver significant benefits, whether that's in terms of efficiency, cost savings, customer experience, or another important metric</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320040" marR="0" lvl="0" indent="-228600" algn="l" defTabSz="914400" rtl="0" eaLnBrk="1" fontAlgn="b" latinLnBrk="0" hangingPunct="1">
                        <a:lnSpc>
                          <a:spcPct val="100000"/>
                        </a:lnSpc>
                        <a:spcBef>
                          <a:spcPts val="0"/>
                        </a:spcBef>
                        <a:spcAft>
                          <a:spcPts val="0"/>
                        </a:spcAft>
                        <a:buClrTx/>
                        <a:buSzTx/>
                        <a:buFont typeface="+mj-lt"/>
                        <a:buAutoNum type="arabicPeriod"/>
                        <a:tabLst/>
                        <a:defRPr/>
                      </a:pPr>
                      <a:r>
                        <a:rPr lang="en-IN" sz="850" dirty="0"/>
                        <a:t xml:space="preserve">Turns a multi-day manual investigation into a two-minute lookup </a:t>
                      </a:r>
                    </a:p>
                    <a:p>
                      <a:pPr marL="320040" marR="0" lvl="0" indent="-228600" algn="l" defTabSz="914400" rtl="0" eaLnBrk="1" fontAlgn="b" latinLnBrk="0" hangingPunct="1">
                        <a:lnSpc>
                          <a:spcPct val="100000"/>
                        </a:lnSpc>
                        <a:spcBef>
                          <a:spcPts val="0"/>
                        </a:spcBef>
                        <a:spcAft>
                          <a:spcPts val="0"/>
                        </a:spcAft>
                        <a:buClrTx/>
                        <a:buSzTx/>
                        <a:buFont typeface="+mj-lt"/>
                        <a:buAutoNum type="arabicPeriod"/>
                        <a:tabLst/>
                        <a:defRPr/>
                      </a:pPr>
                      <a:r>
                        <a:rPr lang="en-IN" sz="850" dirty="0"/>
                        <a:t>Converts "we can't explain the AI's decision" from a liability into a documented, defensible record</a:t>
                      </a:r>
                    </a:p>
                    <a:p>
                      <a:pPr marL="320040" marR="0" lvl="0" indent="-228600" algn="l" defTabSz="914400" rtl="0" eaLnBrk="1" fontAlgn="b" latinLnBrk="0" hangingPunct="1">
                        <a:lnSpc>
                          <a:spcPct val="100000"/>
                        </a:lnSpc>
                        <a:spcBef>
                          <a:spcPts val="0"/>
                        </a:spcBef>
                        <a:spcAft>
                          <a:spcPts val="0"/>
                        </a:spcAft>
                        <a:buClrTx/>
                        <a:buSzTx/>
                        <a:buFont typeface="+mj-lt"/>
                        <a:buAutoNum type="arabicPeriod"/>
                        <a:tabLst/>
                        <a:defRPr/>
                      </a:pPr>
                      <a:r>
                        <a:rPr lang="en-IN" sz="850" dirty="0"/>
                        <a:t>Unlocks agentic AI adoption in higher-stakes workflows currently avoided for lack of an audit trail; gives customers clear, standardized explanations when a decision affects them, improving trust</a:t>
                      </a:r>
                      <a:endParaRPr lang="en-US" sz="85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nchor="ctr">
                    <a:lnB w="63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91440" algn="ctr" fontAlgn="b">
                        <a:lnSpc>
                          <a:spcPct val="100000"/>
                        </a:lnSpc>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5</a:t>
                      </a:r>
                    </a:p>
                  </a:txBody>
                  <a:tcPr marL="5075" marR="5075" marT="5075" marB="0" anchor="ctr" anchorCtr="1">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15877296"/>
                  </a:ext>
                </a:extLst>
              </a:tr>
              <a:tr h="235934">
                <a:tc gridSpan="4">
                  <a:txBody>
                    <a:bodyPr/>
                    <a:lstStyle/>
                    <a:p>
                      <a:pPr marL="91440" marR="0" lvl="0" indent="0" algn="l" defTabSz="914400" rtl="0" eaLnBrk="1" fontAlgn="b" latinLnBrk="0" hangingPunct="1">
                        <a:lnSpc>
                          <a:spcPct val="100000"/>
                        </a:lnSpc>
                        <a:spcBef>
                          <a:spcPts val="0"/>
                        </a:spcBef>
                        <a:spcAft>
                          <a:spcPts val="0"/>
                        </a:spcAft>
                        <a:buClrTx/>
                        <a:buSzTx/>
                        <a:buFontTx/>
                        <a:buNone/>
                        <a:tabLst/>
                        <a:defRPr/>
                      </a:pPr>
                      <a:r>
                        <a:rPr lang="en-US" sz="850" b="1" i="0" u="none" strike="noStrike" dirty="0">
                          <a:ln w="3175">
                            <a:noFill/>
                          </a:ln>
                          <a:solidFill>
                            <a:schemeClr val="bg1"/>
                          </a:solidFill>
                          <a:effectLst/>
                          <a:latin typeface="Calibri" panose="020F0502020204030204" pitchFamily="34" charset="0"/>
                          <a:cs typeface="Calibri" panose="020F0502020204030204" pitchFamily="34" charset="0"/>
                        </a:rPr>
                        <a:t>Effort (Hours) and Cost (INR) of Implementation</a:t>
                      </a:r>
                    </a:p>
                  </a:txBody>
                  <a:tcPr marL="5075" marR="5075" marT="5075" marB="0" anchor="ctr">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lnL>
                      <a:noFill/>
                    </a:lnL>
                    <a:lnT w="6350" cap="flat" cmpd="sng" algn="ctr">
                      <a:solidFill>
                        <a:schemeClr val="bg1"/>
                      </a:solidFill>
                      <a:prstDash val="solid"/>
                      <a:round/>
                      <a:headEnd type="none" w="med" len="med"/>
                      <a:tailEnd type="none" w="med" len="med"/>
                    </a:lnT>
                  </a:tcPr>
                </a:tc>
                <a:tc>
                  <a:txBody>
                    <a:bodyPr/>
                    <a:lstStyle/>
                    <a:p>
                      <a:pPr marL="91440" marR="0" lvl="0" indent="0" algn="ctr" defTabSz="914400" rtl="0" eaLnBrk="1" fontAlgn="b" latinLnBrk="0" hangingPunct="1">
                        <a:lnSpc>
                          <a:spcPct val="100000"/>
                        </a:lnSpc>
                        <a:spcBef>
                          <a:spcPts val="0"/>
                        </a:spcBef>
                        <a:spcAft>
                          <a:spcPts val="0"/>
                        </a:spcAft>
                        <a:buClrTx/>
                        <a:buSzTx/>
                        <a:buFontTx/>
                        <a:buNone/>
                        <a:tabLst/>
                        <a:defRPr/>
                      </a:pPr>
                      <a:r>
                        <a:rPr lang="en-US" sz="850" b="1" i="0" u="none" strike="noStrike" dirty="0">
                          <a:ln w="3175">
                            <a:noFill/>
                          </a:ln>
                          <a:solidFill>
                            <a:schemeClr val="bg1"/>
                          </a:solidFill>
                          <a:effectLst/>
                          <a:latin typeface="Calibri" panose="020F0502020204030204" pitchFamily="34" charset="0"/>
                          <a:cs typeface="Calibri" panose="020F0502020204030204" pitchFamily="34" charset="0"/>
                        </a:rPr>
                        <a:t>5%</a:t>
                      </a:r>
                    </a:p>
                  </a:txBody>
                  <a:tcPr marL="5075" marR="5075" marT="5075"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45395119"/>
                  </a:ext>
                </a:extLst>
              </a:tr>
              <a:tr h="486609">
                <a:tc>
                  <a:txBody>
                    <a:bodyPr/>
                    <a:lstStyle/>
                    <a:p>
                      <a:pPr marL="91440" algn="l" fontAlgn="b">
                        <a:lnSpc>
                          <a:spcPct val="100000"/>
                        </a:lnSpc>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Cost Effectiveness</a:t>
                      </a: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gridSpan="2">
                  <a:txBody>
                    <a:bodyPr/>
                    <a:lstStyle/>
                    <a:p>
                      <a:pPr marL="91440" algn="l" fontAlgn="b">
                        <a:lnSpc>
                          <a:spcPct val="100000"/>
                        </a:lnSpc>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What is the cost of implementing and maintaining the solution relative to its expected benefits. This should include initial setup costs, operational costs, and any potential hidden costs. Explain the model used to arrive at the efforts.</a:t>
                      </a:r>
                    </a:p>
                  </a:txBody>
                  <a:tcPr marL="5075" marR="5075" marT="5075" marB="0"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hMerge="1">
                  <a:txBody>
                    <a:bodyPr/>
                    <a:lstStyle/>
                    <a:p>
                      <a:endParaRPr lang="en-US"/>
                    </a:p>
                  </a:txBody>
                  <a:tcPr/>
                </a:tc>
                <a:tc>
                  <a:txBody>
                    <a:bodyPr/>
                    <a:lstStyle/>
                    <a:p>
                      <a:pPr marL="228600" indent="-228600">
                        <a:buFont typeface="+mj-lt"/>
                        <a:buAutoNum type="arabicPeriod"/>
                      </a:pPr>
                      <a:r>
                        <a:rPr lang="en-IN" sz="850"/>
                        <a:t xml:space="preserve">~1,000 hours of effort across schema design, logging engine, agent integration, dashboard, and testing </a:t>
                      </a:r>
                    </a:p>
                    <a:p>
                      <a:pPr marL="228600" indent="-228600">
                        <a:buFont typeface="+mj-lt"/>
                        <a:buAutoNum type="arabicPeriod"/>
                      </a:pPr>
                      <a:r>
                        <a:rPr lang="en-IN" sz="850"/>
                        <a:t>Pilot cost: ₹40,000-75,000, mostly cloud hosting and LLM API usage; student labor uncosted</a:t>
                      </a:r>
                    </a:p>
                    <a:p>
                      <a:pPr marL="228600" indent="-228600">
                        <a:buFont typeface="+mj-lt"/>
                        <a:buAutoNum type="arabicPeriod"/>
                      </a:pPr>
                      <a:r>
                        <a:rPr lang="en-IN" sz="850"/>
                        <a:t>Estimated bottom-up by workstream and checked against typical capstone-scale builds</a:t>
                      </a:r>
                      <a:endParaRPr lang="en-US" sz="850"/>
                    </a:p>
                  </a:txBody>
                  <a:tcPr marL="5075" marR="5075" marT="5075" marB="0" anchor="ctr">
                    <a:lnL>
                      <a:noFill/>
                    </a:lnL>
                    <a:lnR>
                      <a:noFill/>
                    </a:lnR>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tc rowSpan="2">
                  <a:txBody>
                    <a:bodyPr/>
                    <a:lstStyle/>
                    <a:p>
                      <a:pPr marL="91440" algn="ctr" fontAlgn="b">
                        <a:lnSpc>
                          <a:spcPct val="100000"/>
                        </a:lnSpc>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5</a:t>
                      </a:r>
                    </a:p>
                  </a:txBody>
                  <a:tcPr marL="5075" marR="5075" marT="5075"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EFE8"/>
                    </a:solidFill>
                  </a:tcPr>
                </a:tc>
                <a:extLst>
                  <a:ext uri="{0D108BD9-81ED-4DB2-BD59-A6C34878D82A}">
                    <a16:rowId xmlns:a16="http://schemas.microsoft.com/office/drawing/2014/main" val="2058673974"/>
                  </a:ext>
                </a:extLst>
              </a:tr>
              <a:tr h="535050">
                <a:tc>
                  <a:txBody>
                    <a:bodyPr/>
                    <a:lstStyle/>
                    <a:p>
                      <a:pPr marL="91440" algn="l" fontAlgn="b">
                        <a:lnSpc>
                          <a:spcPct val="100000"/>
                        </a:lnSpc>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ROI</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gridSpan="2">
                  <a:txBody>
                    <a:bodyPr/>
                    <a:lstStyle/>
                    <a:p>
                      <a:pPr marL="91440" algn="l" fontAlgn="b">
                        <a:lnSpc>
                          <a:spcPct val="100000"/>
                        </a:lnSpc>
                      </a:pPr>
                      <a:r>
                        <a:rPr lang="en-US" sz="850" b="0" i="0" u="none" strike="noStrike" dirty="0">
                          <a:ln w="3175">
                            <a:noFill/>
                          </a:ln>
                          <a:solidFill>
                            <a:srgbClr val="000000"/>
                          </a:solidFill>
                          <a:effectLst/>
                          <a:latin typeface="Calibri" panose="020F0502020204030204" pitchFamily="34" charset="0"/>
                          <a:cs typeface="Calibri" panose="020F0502020204030204" pitchFamily="34" charset="0"/>
                        </a:rPr>
                        <a:t>What is the potential Return on Investment considering the proposed solution? Illustrate.</a:t>
                      </a:r>
                    </a:p>
                  </a:txBody>
                  <a:tcPr marL="5075" marR="5075" marT="5075" marB="0" anchor="ct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hMerge="1">
                  <a:txBody>
                    <a:bodyPr/>
                    <a:lstStyle/>
                    <a:p>
                      <a:endParaRPr lang="en-US"/>
                    </a:p>
                  </a:txBody>
                  <a:tcPr/>
                </a:tc>
                <a:tc>
                  <a:txBody>
                    <a:bodyPr/>
                    <a:lstStyle/>
                    <a:p>
                      <a:pPr marL="228600" indent="-228600">
                        <a:buFont typeface="+mj-lt"/>
                        <a:buAutoNum type="arabicPeriod"/>
                      </a:pPr>
                      <a:r>
                        <a:rPr lang="en-IN" sz="850" dirty="0"/>
                        <a:t>A firm processing 500K AI decisions a year with even a 1-2% dispute rate faces tens of thousands of manual investigations, each costing ₹2,000-5,000 today</a:t>
                      </a:r>
                    </a:p>
                    <a:p>
                      <a:pPr marL="228600" indent="-228600">
                        <a:buFont typeface="+mj-lt"/>
                        <a:buAutoNum type="arabicPeriod"/>
                      </a:pPr>
                      <a:r>
                        <a:rPr lang="en-IN" sz="850" dirty="0" err="1"/>
                        <a:t>TrustLedger</a:t>
                      </a:r>
                      <a:r>
                        <a:rPr lang="en-IN" sz="850" dirty="0"/>
                        <a:t xml:space="preserve"> cuts that to near-zero incremental cost once records exist</a:t>
                      </a:r>
                    </a:p>
                    <a:p>
                      <a:pPr marL="228600" indent="-228600">
                        <a:buFont typeface="+mj-lt"/>
                        <a:buAutoNum type="arabicPeriod"/>
                      </a:pPr>
                      <a:r>
                        <a:rPr lang="en-IN" sz="850" dirty="0"/>
                        <a:t>Against a ₹40,000-75,000 pilot cost, payback for a production rollout is realistically under a year</a:t>
                      </a:r>
                    </a:p>
                  </a:txBody>
                  <a:tcPr marL="5075" marR="5075" marT="5075" marB="0" anchor="ctr">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DEFE8"/>
                    </a:solidFill>
                  </a:tcPr>
                </a:tc>
                <a:tc vMerge="1">
                  <a:txBody>
                    <a:bodyPr/>
                    <a:lstStyle/>
                    <a:p>
                      <a:pPr algn="l" fontAlgn="b"/>
                      <a:endParaRPr lang="en-US" sz="1000" b="0" i="0" u="none" strike="noStrike" dirty="0">
                        <a:ln w="3175">
                          <a:noFill/>
                        </a:ln>
                        <a:solidFill>
                          <a:srgbClr val="000000"/>
                        </a:solidFill>
                        <a:effectLst/>
                        <a:latin typeface="Calibri" panose="020F0502020204030204" pitchFamily="34" charset="0"/>
                        <a:cs typeface="Calibri" panose="020F0502020204030204" pitchFamily="34" charset="0"/>
                      </a:endParaRPr>
                    </a:p>
                  </a:txBody>
                  <a:tcPr marL="5075" marR="5075" marT="5075"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21161918"/>
                  </a:ext>
                </a:extLst>
              </a:tr>
            </a:tbl>
          </a:graphicData>
        </a:graphic>
      </p:graphicFrame>
      <p:sp>
        <p:nvSpPr>
          <p:cNvPr id="6" name="Title 2">
            <a:extLst>
              <a:ext uri="{FF2B5EF4-FFF2-40B4-BE49-F238E27FC236}">
                <a16:creationId xmlns:a16="http://schemas.microsoft.com/office/drawing/2014/main" id="{7BE1DB66-94BD-1638-7434-C0D963C5D247}"/>
              </a:ext>
            </a:extLst>
          </p:cNvPr>
          <p:cNvSpPr txBox="1">
            <a:spLocks/>
          </p:cNvSpPr>
          <p:nvPr/>
        </p:nvSpPr>
        <p:spPr bwMode="gray">
          <a:xfrm>
            <a:off x="3702281" y="0"/>
            <a:ext cx="4787438" cy="342000"/>
          </a:xfrm>
          <a:prstGeom prst="rect">
            <a:avLst/>
          </a:prstGeom>
        </p:spPr>
        <p:txBody>
          <a:bodyPr vert="horz" lIns="0" tIns="0" rIns="0" bIns="0" rtlCol="0" anchor="b" anchorCtr="0">
            <a:noAutofit/>
          </a:bodyPr>
          <a:lstStyle>
            <a:lvl1pPr algn="l" defTabSz="685800" rtl="0" eaLnBrk="1" latinLnBrk="0" hangingPunct="1">
              <a:lnSpc>
                <a:spcPts val="3200"/>
              </a:lnSpc>
              <a:spcBef>
                <a:spcPct val="0"/>
              </a:spcBef>
              <a:buNone/>
              <a:defRPr sz="3200" b="0" kern="1200">
                <a:solidFill>
                  <a:schemeClr val="accent3"/>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sz="1800" dirty="0"/>
              <a:t>Capstone Use Case – Student Response Template</a:t>
            </a:r>
          </a:p>
        </p:txBody>
      </p:sp>
      <p:sp>
        <p:nvSpPr>
          <p:cNvPr id="28" name="Text Placeholder 2">
            <a:extLst>
              <a:ext uri="{FF2B5EF4-FFF2-40B4-BE49-F238E27FC236}">
                <a16:creationId xmlns:a16="http://schemas.microsoft.com/office/drawing/2014/main" id="{0F8B5BB6-3826-6359-A3FB-2041ED179538}"/>
              </a:ext>
            </a:extLst>
          </p:cNvPr>
          <p:cNvSpPr txBox="1">
            <a:spLocks/>
          </p:cNvSpPr>
          <p:nvPr/>
        </p:nvSpPr>
        <p:spPr>
          <a:xfrm>
            <a:off x="9519914" y="6679986"/>
            <a:ext cx="2327624" cy="135779"/>
          </a:xfrm>
          <a:prstGeom prst="rect">
            <a:avLst/>
          </a:prstGeom>
        </p:spPr>
        <p:txBody>
          <a:bodyPr vert="horz" lIns="0" tIns="0" rIns="0" bIns="0" rtlCol="0" anchor="ctr">
            <a:noAutofit/>
          </a:bodyPr>
          <a:lstStyle>
            <a:lvl1pPr marL="0" indent="0" algn="l" defTabSz="685800" rtl="0" eaLnBrk="1" latinLnBrk="0" hangingPunct="1">
              <a:lnSpc>
                <a:spcPct val="100000"/>
              </a:lnSpc>
              <a:spcBef>
                <a:spcPts val="200"/>
              </a:spcBef>
              <a:spcAft>
                <a:spcPts val="0"/>
              </a:spcAft>
              <a:buSzPct val="100000"/>
              <a:buFontTx/>
              <a:buNone/>
              <a:defRPr sz="1400" b="1" kern="1200">
                <a:solidFill>
                  <a:schemeClr val="tx1"/>
                </a:solidFill>
                <a:latin typeface="Calibri" panose="020F0502020204030204" pitchFamily="34" charset="0"/>
                <a:ea typeface="+mn-ea"/>
                <a:cs typeface="Calibri" panose="020F05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j-lt"/>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a:solidFill>
                  <a:schemeClr val="bg1"/>
                </a:solidFill>
                <a:latin typeface="+mn-lt"/>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a:solidFill>
                  <a:schemeClr val="bg1"/>
                </a:solidFill>
                <a:latin typeface="+mn-lt"/>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a:solidFill>
                  <a:schemeClr val="bg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endParaRPr lang="en-US" sz="800" b="0" dirty="0">
              <a:ea typeface="Calibri" panose="020F0502020204030204" pitchFamily="34" charset="0"/>
            </a:endParaRPr>
          </a:p>
        </p:txBody>
      </p:sp>
    </p:spTree>
    <p:extLst>
      <p:ext uri="{BB962C8B-B14F-4D97-AF65-F5344CB8AC3E}">
        <p14:creationId xmlns:p14="http://schemas.microsoft.com/office/powerpoint/2010/main" val="22322760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marR="5080"/>
            <a:r>
              <a:rPr lang="en-US" b="1" spc="-5" dirty="0">
                <a:latin typeface="Calibri Light"/>
                <a:cs typeface="Calibri Light"/>
              </a:rPr>
              <a:t xml:space="preserve">About Deloitte </a:t>
            </a:r>
          </a:p>
          <a:p>
            <a:pPr marR="5080"/>
            <a:r>
              <a:rPr lang="en-US" spc="-5" dirty="0">
                <a:latin typeface="Calibri Light"/>
                <a:cs typeface="Calibri Light"/>
              </a:rPr>
              <a:t xml:space="preserve">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a:t>
            </a:r>
            <a:r>
              <a:rPr lang="en-US" spc="-5" dirty="0">
                <a:latin typeface="Calibri Light"/>
                <a:cs typeface="Calibri Light"/>
                <a:hlinkClick r:id="rId3"/>
              </a:rPr>
              <a:t>www.deloitte.com/about</a:t>
            </a:r>
            <a:r>
              <a:rPr lang="en-US" spc="-5" dirty="0">
                <a:latin typeface="Calibri Light"/>
                <a:cs typeface="Calibri Light"/>
              </a:rPr>
              <a:t xml:space="preserve"> to learn more about our global network of member firms.  </a:t>
            </a:r>
          </a:p>
          <a:p>
            <a:pPr marR="5080"/>
            <a:r>
              <a:rPr lang="en-US" spc="-5" dirty="0">
                <a:latin typeface="Calibri Light"/>
                <a:cs typeface="Calibri Light"/>
              </a:rPr>
              <a:t>Copyright © 2026 Deloitte Development LLC. All rights reserved.</a:t>
            </a:r>
            <a:endParaRPr lang="en-US" dirty="0">
              <a:latin typeface="Calibri Light"/>
              <a:cs typeface="Calibri Light"/>
            </a:endParaRP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BF416A5-2A27-0A74-6554-CD8A0B64B764}"/>
                  </a:ext>
                </a:extLst>
              </p14:cNvPr>
              <p14:cNvContentPartPr/>
              <p14:nvPr/>
            </p14:nvContentPartPr>
            <p14:xfrm>
              <a:off x="1925211" y="6073888"/>
              <a:ext cx="10297" cy="10297"/>
            </p14:xfrm>
          </p:contentPart>
        </mc:Choice>
        <mc:Fallback xmlns="">
          <p:pic>
            <p:nvPicPr>
              <p:cNvPr id="3" name="Ink 2">
                <a:extLst>
                  <a:ext uri="{FF2B5EF4-FFF2-40B4-BE49-F238E27FC236}">
                    <a16:creationId xmlns:a16="http://schemas.microsoft.com/office/drawing/2014/main" id="{9BF416A5-2A27-0A74-6554-CD8A0B64B764}"/>
                  </a:ext>
                </a:extLst>
              </p:cNvPr>
              <p:cNvPicPr/>
              <p:nvPr/>
            </p:nvPicPr>
            <p:blipFill>
              <a:blip r:embed="rId5"/>
              <a:stretch>
                <a:fillRect/>
              </a:stretch>
            </p:blipFill>
            <p:spPr>
              <a:xfrm>
                <a:off x="1901185" y="6041710"/>
                <a:ext cx="58840" cy="7401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B75DD81-7F08-2109-837D-B4EE0C918F18}"/>
                  </a:ext>
                </a:extLst>
              </p14:cNvPr>
              <p14:cNvContentPartPr/>
              <p14:nvPr/>
            </p14:nvContentPartPr>
            <p14:xfrm>
              <a:off x="1228334" y="5923075"/>
              <a:ext cx="10297" cy="10297"/>
            </p14:xfrm>
          </p:contentPart>
        </mc:Choice>
        <mc:Fallback xmlns="">
          <p:pic>
            <p:nvPicPr>
              <p:cNvPr id="4" name="Ink 3">
                <a:extLst>
                  <a:ext uri="{FF2B5EF4-FFF2-40B4-BE49-F238E27FC236}">
                    <a16:creationId xmlns:a16="http://schemas.microsoft.com/office/drawing/2014/main" id="{5B75DD81-7F08-2109-837D-B4EE0C918F18}"/>
                  </a:ext>
                </a:extLst>
              </p:cNvPr>
              <p:cNvPicPr/>
              <p:nvPr/>
            </p:nvPicPr>
            <p:blipFill>
              <a:blip r:embed="rId7"/>
              <a:stretch>
                <a:fillRect/>
              </a:stretch>
            </p:blipFill>
            <p:spPr>
              <a:xfrm>
                <a:off x="1201237" y="5905055"/>
                <a:ext cx="63950" cy="46704"/>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2933CEF4-264A-B84A-5C57-5C8B40810760}"/>
                  </a:ext>
                </a:extLst>
              </p14:cNvPr>
              <p14:cNvContentPartPr/>
              <p14:nvPr/>
            </p14:nvContentPartPr>
            <p14:xfrm>
              <a:off x="1416151" y="5724299"/>
              <a:ext cx="10297" cy="10297"/>
            </p14:xfrm>
          </p:contentPart>
        </mc:Choice>
        <mc:Fallback xmlns="">
          <p:pic>
            <p:nvPicPr>
              <p:cNvPr id="5" name="Ink 4">
                <a:extLst>
                  <a:ext uri="{FF2B5EF4-FFF2-40B4-BE49-F238E27FC236}">
                    <a16:creationId xmlns:a16="http://schemas.microsoft.com/office/drawing/2014/main" id="{2933CEF4-264A-B84A-5C57-5C8B40810760}"/>
                  </a:ext>
                </a:extLst>
              </p:cNvPr>
              <p:cNvPicPr/>
              <p:nvPr/>
            </p:nvPicPr>
            <p:blipFill>
              <a:blip r:embed="rId9"/>
              <a:stretch>
                <a:fillRect/>
              </a:stretch>
            </p:blipFill>
            <p:spPr>
              <a:xfrm>
                <a:off x="1370283" y="5652220"/>
                <a:ext cx="102970" cy="155926"/>
              </a:xfrm>
              <a:prstGeom prst="rect">
                <a:avLst/>
              </a:prstGeom>
            </p:spPr>
          </p:pic>
        </mc:Fallback>
      </mc:AlternateContent>
    </p:spTree>
    <p:extLst>
      <p:ext uri="{BB962C8B-B14F-4D97-AF65-F5344CB8AC3E}">
        <p14:creationId xmlns:p14="http://schemas.microsoft.com/office/powerpoint/2010/main" val="12966293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2" id="{57ECC965-9F89-4A4E-BF24-E1BEF30EC054}" vid="{19A2DA7C-225B-47C3-92B9-9FA911C294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71</TotalTime>
  <Words>1748</Words>
  <Application>Microsoft Macintosh PowerPoint</Application>
  <PresentationFormat>Widescreen</PresentationFormat>
  <Paragraphs>151</Paragraphs>
  <Slides>4</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2" baseType="lpstr">
      <vt:lpstr>Aptos</vt:lpstr>
      <vt:lpstr>Arial</vt:lpstr>
      <vt:lpstr>Calibri</vt:lpstr>
      <vt:lpstr>Calibri Light</vt:lpstr>
      <vt:lpstr>Open Sans Light</vt:lpstr>
      <vt:lpstr>Verdana</vt:lpstr>
      <vt:lpstr>Deloitte Brand Theme</vt:lpstr>
      <vt:lpstr>think-cell Slide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K C Delhi Kumar</dc:creator>
  <cp:lastModifiedBy>[BTECH-036-2023-24] SURYANSHI SINGH</cp:lastModifiedBy>
  <cp:revision>11</cp:revision>
  <dcterms:created xsi:type="dcterms:W3CDTF">2026-06-30T10:25:38Z</dcterms:created>
  <dcterms:modified xsi:type="dcterms:W3CDTF">2026-07-06T01:50:25Z</dcterms:modified>
</cp:coreProperties>
</file>